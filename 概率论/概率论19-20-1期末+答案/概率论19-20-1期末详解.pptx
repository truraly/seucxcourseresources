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handoutMasterIdLst>
    <p:handoutMasterId r:id="rId20"/>
  </p:handoutMasterIdLst>
  <p:sldIdLst>
    <p:sldId id="825" r:id="rId4"/>
    <p:sldId id="826" r:id="rId5"/>
    <p:sldId id="827" r:id="rId6"/>
    <p:sldId id="828" r:id="rId7"/>
    <p:sldId id="829" r:id="rId8"/>
    <p:sldId id="830" r:id="rId9"/>
    <p:sldId id="832" r:id="rId10"/>
    <p:sldId id="833" r:id="rId11"/>
    <p:sldId id="814" r:id="rId12"/>
    <p:sldId id="815" r:id="rId13"/>
    <p:sldId id="816" r:id="rId14"/>
    <p:sldId id="834" r:id="rId15"/>
    <p:sldId id="817" r:id="rId16"/>
    <p:sldId id="818" r:id="rId17"/>
    <p:sldId id="819" r:id="rId18"/>
    <p:sldId id="820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188"/>
    <p:restoredTop sz="94660"/>
  </p:normalViewPr>
  <p:slideViewPr>
    <p:cSldViewPr showGuides="1">
      <p:cViewPr varScale="1">
        <p:scale>
          <a:sx n="84" d="100"/>
          <a:sy n="84" d="100"/>
        </p:scale>
        <p:origin x="-876" y="-78"/>
      </p:cViewPr>
      <p:guideLst>
        <p:guide orient="horz" pos="2117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3379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7695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769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7695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3379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7695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769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strike="noStrike" kern="1200" cap="none" spc="0" normalizeH="0" baseline="0" noProof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7695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6858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Rot="1"/>
          </p:cNvSpPr>
          <p:nvPr>
            <p:ph type="body"/>
          </p:nvPr>
        </p:nvSpPr>
        <p:spPr>
          <a:xfrm>
            <a:off x="304800" y="1981200"/>
            <a:ext cx="854075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Rot="1"/>
          </p:cNvSpPr>
          <p:nvPr>
            <p:ph type="title"/>
          </p:nvPr>
        </p:nvSpPr>
        <p:spPr>
          <a:xfrm>
            <a:off x="301625" y="6858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Rot="1"/>
          </p:cNvSpPr>
          <p:nvPr>
            <p:ph type="body"/>
          </p:nvPr>
        </p:nvSpPr>
        <p:spPr>
          <a:xfrm>
            <a:off x="304800" y="1981200"/>
            <a:ext cx="854075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en-US" altLang="zh-CN" sz="1400" strike="noStrike" noProof="1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4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8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4.wmf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9.png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36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3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3.wmf"/><Relationship Id="rId1" Type="http://schemas.openxmlformats.org/officeDocument/2006/relationships/oleObject" Target="../embeddings/oleObject41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4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46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4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5" name="对象 -2147482621"/>
          <p:cNvGraphicFramePr>
            <a:graphicFrameLocks noChangeAspect="1"/>
          </p:cNvGraphicFramePr>
          <p:nvPr/>
        </p:nvGraphicFramePr>
        <p:xfrm>
          <a:off x="788988" y="879475"/>
          <a:ext cx="729932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041900" imgH="1028700" progId="Equation.DSMT4">
                  <p:embed/>
                </p:oleObj>
              </mc:Choice>
              <mc:Fallback>
                <p:oleObj name="" r:id="rId1" imgW="5041900" imgH="10287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8988" y="879475"/>
                        <a:ext cx="7299325" cy="1492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" name="对象 -2147482564"/>
          <p:cNvGraphicFramePr>
            <a:graphicFrameLocks noChangeAspect="1"/>
          </p:cNvGraphicFramePr>
          <p:nvPr/>
        </p:nvGraphicFramePr>
        <p:xfrm>
          <a:off x="6858000" y="1879600"/>
          <a:ext cx="3429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52400" imgH="177165" progId="Equation.DSMT4">
                  <p:embed/>
                </p:oleObj>
              </mc:Choice>
              <mc:Fallback>
                <p:oleObj name="" r:id="rId3" imgW="152400" imgH="17716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0" y="1879600"/>
                        <a:ext cx="342900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21"/>
          <p:cNvGraphicFramePr>
            <a:graphicFrameLocks noChangeAspect="1"/>
          </p:cNvGraphicFramePr>
          <p:nvPr/>
        </p:nvGraphicFramePr>
        <p:xfrm>
          <a:off x="1096963" y="2973388"/>
          <a:ext cx="4800600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2971800" imgH="1459865" progId="Equation.DSMT4">
                  <p:embed/>
                </p:oleObj>
              </mc:Choice>
              <mc:Fallback>
                <p:oleObj name="" r:id="rId5" imgW="2971800" imgH="1459865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6963" y="2973388"/>
                        <a:ext cx="4800600" cy="2363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69" name="对象 -2147482620"/>
          <p:cNvGraphicFramePr>
            <a:graphicFrameLocks noChangeAspect="1"/>
          </p:cNvGraphicFramePr>
          <p:nvPr/>
        </p:nvGraphicFramePr>
        <p:xfrm>
          <a:off x="803275" y="738188"/>
          <a:ext cx="6946900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4559300" imgH="1459865" progId="Equation.3">
                  <p:embed/>
                </p:oleObj>
              </mc:Choice>
              <mc:Fallback>
                <p:oleObj name="" r:id="rId1" imgW="4559300" imgH="14598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3275" y="738188"/>
                        <a:ext cx="6946900" cy="222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" name="对象 -2147482564"/>
          <p:cNvGraphicFramePr>
            <a:graphicFrameLocks noChangeAspect="1"/>
          </p:cNvGraphicFramePr>
          <p:nvPr/>
        </p:nvGraphicFramePr>
        <p:xfrm>
          <a:off x="7323138" y="2619375"/>
          <a:ext cx="34607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203200" imgH="165100" progId="Equation.DSMT4">
                  <p:embed/>
                </p:oleObj>
              </mc:Choice>
              <mc:Fallback>
                <p:oleObj name="" r:id="rId3" imgW="203200" imgH="1651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23138" y="2619375"/>
                        <a:ext cx="346075" cy="28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20"/>
          <p:cNvGraphicFramePr>
            <a:graphicFrameLocks noChangeAspect="1"/>
          </p:cNvGraphicFramePr>
          <p:nvPr/>
        </p:nvGraphicFramePr>
        <p:xfrm>
          <a:off x="1317625" y="3775075"/>
          <a:ext cx="54625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2489200" imgH="203200" progId="Equation.3">
                  <p:embed/>
                </p:oleObj>
              </mc:Choice>
              <mc:Fallback>
                <p:oleObj name="" r:id="rId5" imgW="2489200" imgH="2032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7625" y="3775075"/>
                        <a:ext cx="5462588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3" name="对象 -2147482619"/>
          <p:cNvGraphicFramePr>
            <a:graphicFrameLocks noChangeAspect="1"/>
          </p:cNvGraphicFramePr>
          <p:nvPr/>
        </p:nvGraphicFramePr>
        <p:xfrm>
          <a:off x="700088" y="673100"/>
          <a:ext cx="7494587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4648200" imgH="862965" progId="Equation.DSMT4">
                  <p:embed/>
                </p:oleObj>
              </mc:Choice>
              <mc:Fallback>
                <p:oleObj name="" r:id="rId1" imgW="4648200" imgH="862965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0088" y="673100"/>
                        <a:ext cx="7494587" cy="1389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" name="对象 -2147482564"/>
          <p:cNvGraphicFramePr>
            <a:graphicFrameLocks noChangeAspect="1"/>
          </p:cNvGraphicFramePr>
          <p:nvPr/>
        </p:nvGraphicFramePr>
        <p:xfrm>
          <a:off x="7731125" y="1598613"/>
          <a:ext cx="395288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03200" imgH="152400" progId="Equation.DSMT4">
                  <p:embed/>
                </p:oleObj>
              </mc:Choice>
              <mc:Fallback>
                <p:oleObj name="" r:id="rId3" imgW="203200" imgH="1524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31125" y="1598613"/>
                        <a:ext cx="395288" cy="300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19"/>
          <p:cNvGraphicFramePr>
            <a:graphicFrameLocks noChangeAspect="1"/>
          </p:cNvGraphicFramePr>
          <p:nvPr/>
        </p:nvGraphicFramePr>
        <p:xfrm>
          <a:off x="1100138" y="2543175"/>
          <a:ext cx="5875337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3060065" imgH="1270000" progId="Equation.DSMT4">
                  <p:embed/>
                </p:oleObj>
              </mc:Choice>
              <mc:Fallback>
                <p:oleObj name="" r:id="rId5" imgW="3060065" imgH="12700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0138" y="2543175"/>
                        <a:ext cx="5875337" cy="2436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7" name="对象 -2147482618"/>
          <p:cNvGraphicFramePr>
            <a:graphicFrameLocks noChangeAspect="1"/>
          </p:cNvGraphicFramePr>
          <p:nvPr/>
        </p:nvGraphicFramePr>
        <p:xfrm>
          <a:off x="852488" y="701675"/>
          <a:ext cx="6630987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4495800" imgH="1905000" progId="Equation.3">
                  <p:embed/>
                </p:oleObj>
              </mc:Choice>
              <mc:Fallback>
                <p:oleObj name="" r:id="rId1" imgW="4495800" imgH="19050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2488" y="701675"/>
                        <a:ext cx="6630987" cy="2811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" name="对象 -2147482564"/>
          <p:cNvGraphicFramePr>
            <a:graphicFrameLocks noChangeAspect="1"/>
          </p:cNvGraphicFramePr>
          <p:nvPr/>
        </p:nvGraphicFramePr>
        <p:xfrm>
          <a:off x="6959600" y="3149600"/>
          <a:ext cx="366713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03200" imgH="177165" progId="Equation.DSMT4">
                  <p:embed/>
                </p:oleObj>
              </mc:Choice>
              <mc:Fallback>
                <p:oleObj name="" r:id="rId3" imgW="203200" imgH="177165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9600" y="3149600"/>
                        <a:ext cx="366713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18"/>
          <p:cNvGraphicFramePr>
            <a:graphicFrameLocks noChangeAspect="1"/>
          </p:cNvGraphicFramePr>
          <p:nvPr/>
        </p:nvGraphicFramePr>
        <p:xfrm>
          <a:off x="1117600" y="4081463"/>
          <a:ext cx="4999038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794000" imgH="431800" progId="Equation.3">
                  <p:embed/>
                </p:oleObj>
              </mc:Choice>
              <mc:Fallback>
                <p:oleObj name="" r:id="rId5" imgW="2794000" imgH="431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7600" y="4081463"/>
                        <a:ext cx="4999038" cy="773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连接符 1"/>
          <p:cNvCxnSpPr/>
          <p:nvPr/>
        </p:nvCxnSpPr>
        <p:spPr>
          <a:xfrm>
            <a:off x="2268538" y="1700213"/>
            <a:ext cx="1871663" cy="0"/>
          </a:xfrm>
          <a:prstGeom prst="line">
            <a:avLst/>
          </a:prstGeom>
          <a:ln>
            <a:solidFill>
              <a:srgbClr val="0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749550" y="1079500"/>
            <a:ext cx="22225" cy="1701800"/>
          </a:xfrm>
          <a:prstGeom prst="line">
            <a:avLst/>
          </a:prstGeom>
          <a:ln>
            <a:solidFill>
              <a:srgbClr val="0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41" name="对象 -2147482617"/>
          <p:cNvGraphicFramePr>
            <a:graphicFrameLocks noChangeAspect="1"/>
          </p:cNvGraphicFramePr>
          <p:nvPr/>
        </p:nvGraphicFramePr>
        <p:xfrm>
          <a:off x="563563" y="722313"/>
          <a:ext cx="80168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4648200" imgH="889000" progId="Equation.3">
                  <p:embed/>
                </p:oleObj>
              </mc:Choice>
              <mc:Fallback>
                <p:oleObj name="" r:id="rId1" imgW="4648200" imgH="8890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563" y="722313"/>
                        <a:ext cx="8016875" cy="153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" name="对象 -2147482564"/>
          <p:cNvGraphicFramePr>
            <a:graphicFrameLocks noChangeAspect="1"/>
          </p:cNvGraphicFramePr>
          <p:nvPr/>
        </p:nvGraphicFramePr>
        <p:xfrm>
          <a:off x="8051800" y="1965325"/>
          <a:ext cx="4064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215900" imgH="152400" progId="Equation.DSMT4">
                  <p:embed/>
                </p:oleObj>
              </mc:Choice>
              <mc:Fallback>
                <p:oleObj name="" r:id="rId3" imgW="215900" imgH="1524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51800" y="1965325"/>
                        <a:ext cx="406400" cy="290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17"/>
          <p:cNvGraphicFramePr>
            <a:graphicFrameLocks noChangeAspect="1"/>
          </p:cNvGraphicFramePr>
          <p:nvPr/>
        </p:nvGraphicFramePr>
        <p:xfrm>
          <a:off x="931863" y="2797175"/>
          <a:ext cx="6708775" cy="216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3073400" imgH="990600" progId="Equation.3">
                  <p:embed/>
                </p:oleObj>
              </mc:Choice>
              <mc:Fallback>
                <p:oleObj name="" r:id="rId5" imgW="3073400" imgH="990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1863" y="2797175"/>
                        <a:ext cx="6708775" cy="2163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5" name="对象 -2147482616"/>
          <p:cNvGraphicFramePr>
            <a:graphicFrameLocks noChangeAspect="1"/>
          </p:cNvGraphicFramePr>
          <p:nvPr/>
        </p:nvGraphicFramePr>
        <p:xfrm>
          <a:off x="704850" y="701675"/>
          <a:ext cx="77343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4914900" imgH="457200" progId="Equation.DSMT4">
                  <p:embed/>
                </p:oleObj>
              </mc:Choice>
              <mc:Fallback>
                <p:oleObj name="" r:id="rId1" imgW="4914900" imgH="457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4850" y="701675"/>
                        <a:ext cx="7734300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" name="对象 -2147482615"/>
          <p:cNvGraphicFramePr>
            <a:graphicFrameLocks noChangeAspect="1"/>
          </p:cNvGraphicFramePr>
          <p:nvPr/>
        </p:nvGraphicFramePr>
        <p:xfrm>
          <a:off x="704850" y="3397250"/>
          <a:ext cx="752316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4775200" imgH="457200" progId="Equation.3">
                  <p:embed/>
                </p:oleObj>
              </mc:Choice>
              <mc:Fallback>
                <p:oleObj name="" r:id="rId3" imgW="4775200" imgH="4572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4850" y="3397250"/>
                        <a:ext cx="7523163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对象 -2147482590"/>
          <p:cNvGraphicFramePr>
            <a:graphicFrameLocks noChangeAspect="1"/>
          </p:cNvGraphicFramePr>
          <p:nvPr/>
        </p:nvGraphicFramePr>
        <p:xfrm>
          <a:off x="5719763" y="1019175"/>
          <a:ext cx="34131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215900" imgH="393700" progId="Equation.DSMT4">
                  <p:embed/>
                </p:oleObj>
              </mc:Choice>
              <mc:Fallback>
                <p:oleObj name="" r:id="rId5" imgW="215900" imgH="3937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19763" y="1019175"/>
                        <a:ext cx="341312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95600" y="3781425"/>
          <a:ext cx="8413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508000" imgH="203200" progId="Equation.DSMT4">
                  <p:embed/>
                </p:oleObj>
              </mc:Choice>
              <mc:Fallback>
                <p:oleObj name="" r:id="rId7" imgW="508000" imgH="203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5600" y="3781425"/>
                        <a:ext cx="841375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615"/>
          <p:cNvGraphicFramePr>
            <a:graphicFrameLocks noChangeAspect="1"/>
          </p:cNvGraphicFramePr>
          <p:nvPr/>
        </p:nvGraphicFramePr>
        <p:xfrm>
          <a:off x="963613" y="4592638"/>
          <a:ext cx="64436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4089400" imgH="634365" progId="Equation.3">
                  <p:embed/>
                </p:oleObj>
              </mc:Choice>
              <mc:Fallback>
                <p:oleObj name="" r:id="rId9" imgW="4089400" imgH="63436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3613" y="4592638"/>
                        <a:ext cx="6443662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2615"/>
          <p:cNvGraphicFramePr>
            <a:graphicFrameLocks noChangeAspect="1"/>
          </p:cNvGraphicFramePr>
          <p:nvPr/>
        </p:nvGraphicFramePr>
        <p:xfrm>
          <a:off x="1247775" y="1770063"/>
          <a:ext cx="164623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1" imgW="825500" imgH="457200" progId="Equation.3">
                  <p:embed/>
                </p:oleObj>
              </mc:Choice>
              <mc:Fallback>
                <p:oleObj name="" r:id="rId11" imgW="825500" imgH="457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47775" y="1770063"/>
                        <a:ext cx="1646238" cy="919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289" name="对象 -2147482614"/>
          <p:cNvGraphicFramePr>
            <a:graphicFrameLocks noChangeAspect="1"/>
          </p:cNvGraphicFramePr>
          <p:nvPr/>
        </p:nvGraphicFramePr>
        <p:xfrm>
          <a:off x="701675" y="882650"/>
          <a:ext cx="78835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4216400" imgH="457200" progId="Equation.3">
                  <p:embed/>
                </p:oleObj>
              </mc:Choice>
              <mc:Fallback>
                <p:oleObj name="" r:id="rId1" imgW="4216400" imgH="457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1675" y="882650"/>
                        <a:ext cx="7883525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" name="对象 -2147482613"/>
          <p:cNvGraphicFramePr>
            <a:graphicFrameLocks noChangeAspect="1"/>
          </p:cNvGraphicFramePr>
          <p:nvPr/>
        </p:nvGraphicFramePr>
        <p:xfrm>
          <a:off x="701675" y="3395663"/>
          <a:ext cx="767556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4724400" imgH="914400" progId="Equation.3">
                  <p:embed/>
                </p:oleObj>
              </mc:Choice>
              <mc:Fallback>
                <p:oleObj name="" r:id="rId3" imgW="4724400" imgH="9144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675" y="3395663"/>
                        <a:ext cx="7675563" cy="148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对象 -2147482590"/>
          <p:cNvGraphicFramePr>
            <a:graphicFrameLocks noChangeAspect="1"/>
          </p:cNvGraphicFramePr>
          <p:nvPr/>
        </p:nvGraphicFramePr>
        <p:xfrm>
          <a:off x="2786063" y="1314450"/>
          <a:ext cx="29051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139700" imgH="203200" progId="Equation.DSMT4">
                  <p:embed/>
                </p:oleObj>
              </mc:Choice>
              <mc:Fallback>
                <p:oleObj name="" r:id="rId5" imgW="139700" imgH="203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6063" y="1314450"/>
                        <a:ext cx="290512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666038" y="4027488"/>
          <a:ext cx="3698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152400" imgH="203200" progId="Equation.DSMT4">
                  <p:embed/>
                </p:oleObj>
              </mc:Choice>
              <mc:Fallback>
                <p:oleObj name="" r:id="rId7" imgW="1524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66038" y="4027488"/>
                        <a:ext cx="36988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615"/>
          <p:cNvGraphicFramePr>
            <a:graphicFrameLocks noChangeAspect="1"/>
          </p:cNvGraphicFramePr>
          <p:nvPr/>
        </p:nvGraphicFramePr>
        <p:xfrm>
          <a:off x="1333500" y="2016125"/>
          <a:ext cx="39020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9" imgW="2476500" imgH="431800" progId="Equation.3">
                  <p:embed/>
                </p:oleObj>
              </mc:Choice>
              <mc:Fallback>
                <p:oleObj name="" r:id="rId9" imgW="2476500" imgH="4318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3500" y="2016125"/>
                        <a:ext cx="3902075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标注 1"/>
              <p:cNvSpPr/>
              <p:nvPr/>
            </p:nvSpPr>
            <p:spPr>
              <a:xfrm>
                <a:off x="1403350" y="5228590"/>
                <a:ext cx="4633595" cy="936625"/>
              </a:xfrm>
              <a:prstGeom prst="wedgeRectCallout">
                <a:avLst>
                  <a:gd name="adj1" fmla="val -25346"/>
                  <a:gd name="adj2" fmla="val -122271"/>
                </a:avLst>
              </a:prstGeom>
              <a:noFill/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3200">
                    <a:solidFill>
                      <a:srgbClr val="FF0000"/>
                    </a:solidFill>
                  </a:rPr>
                  <a:t>指数分布</a:t>
                </a:r>
                <a:r>
                  <a:rPr lang="en-US" altLang="zh-CN" sz="3200">
                    <a:solidFill>
                      <a:srgbClr val="FF0000"/>
                    </a:solidFill>
                  </a:rPr>
                  <a:t>  </a:t>
                </a:r>
                <a:r>
                  <a:rPr lang="zh-CN" altLang="en-US" sz="3200">
                    <a:solidFill>
                      <a:srgbClr val="FF0000"/>
                    </a:solidFill>
                  </a:rPr>
                  <a:t>期望为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den>
                    </m:f>
                  </m:oMath>
                </a14:m>
                <a:endParaRPr lang="zh-CN" altLang="en-US" sz="32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矩形标注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350" y="5228590"/>
                <a:ext cx="4633595" cy="936625"/>
              </a:xfrm>
              <a:prstGeom prst="wedgeRectCallout">
                <a:avLst>
                  <a:gd name="adj1" fmla="val -25346"/>
                  <a:gd name="adj2" fmla="val -122271"/>
                </a:avLst>
              </a:prstGeom>
              <a:blipFill rotWithShape="1">
                <a:blip r:embed="rId11"/>
                <a:stretch>
                  <a:fillRect l="-274" t="-73627" r="-274" b="-1356"/>
                </a:stretch>
              </a:blipFill>
              <a:ln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3" name="对象 -2147482612"/>
          <p:cNvGraphicFramePr>
            <a:graphicFrameLocks noChangeAspect="1"/>
          </p:cNvGraphicFramePr>
          <p:nvPr/>
        </p:nvGraphicFramePr>
        <p:xfrm>
          <a:off x="736600" y="927100"/>
          <a:ext cx="713263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5181600" imgH="482600" progId="Equation.3">
                  <p:embed/>
                </p:oleObj>
              </mc:Choice>
              <mc:Fallback>
                <p:oleObj name="" r:id="rId1" imgW="5181600" imgH="4826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6600" y="927100"/>
                        <a:ext cx="7132638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" name="对象 -2147482590"/>
          <p:cNvGraphicFramePr>
            <a:graphicFrameLocks noChangeAspect="1"/>
          </p:cNvGraphicFramePr>
          <p:nvPr/>
        </p:nvGraphicFramePr>
        <p:xfrm>
          <a:off x="5727700" y="1270000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316865" imgH="393700" progId="Equation.DSMT4">
                  <p:embed/>
                </p:oleObj>
              </mc:Choice>
              <mc:Fallback>
                <p:oleObj name="" r:id="rId3" imgW="316865" imgH="3937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7700" y="1270000"/>
                        <a:ext cx="3810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612"/>
          <p:cNvGraphicFramePr>
            <a:graphicFrameLocks noChangeAspect="1"/>
          </p:cNvGraphicFramePr>
          <p:nvPr/>
        </p:nvGraphicFramePr>
        <p:xfrm>
          <a:off x="1876425" y="2522538"/>
          <a:ext cx="29194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5" imgW="2120900" imgH="419100" progId="Equation.3">
                  <p:embed/>
                </p:oleObj>
              </mc:Choice>
              <mc:Fallback>
                <p:oleObj name="" r:id="rId5" imgW="2120900" imgH="4191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6425" y="2522538"/>
                        <a:ext cx="291941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337" name="对象 -2147482611"/>
          <p:cNvGraphicFramePr>
            <a:graphicFrameLocks noChangeAspect="1"/>
          </p:cNvGraphicFramePr>
          <p:nvPr/>
        </p:nvGraphicFramePr>
        <p:xfrm>
          <a:off x="793750" y="820738"/>
          <a:ext cx="7745413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5194300" imgH="1181100" progId="Equation.3">
                  <p:embed/>
                </p:oleObj>
              </mc:Choice>
              <mc:Fallback>
                <p:oleObj name="" r:id="rId1" imgW="5194300" imgH="11811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3750" y="820738"/>
                        <a:ext cx="7745413" cy="176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" name="对象 -2147482574"/>
          <p:cNvGraphicFramePr>
            <a:graphicFrameLocks noChangeAspect="1"/>
          </p:cNvGraphicFramePr>
          <p:nvPr/>
        </p:nvGraphicFramePr>
        <p:xfrm>
          <a:off x="733425" y="2717800"/>
          <a:ext cx="7496175" cy="224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4406900" imgH="1320165" progId="Equation.3">
                  <p:embed/>
                </p:oleObj>
              </mc:Choice>
              <mc:Fallback>
                <p:oleObj name="" r:id="rId3" imgW="4406900" imgH="132016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3425" y="2717800"/>
                        <a:ext cx="7496175" cy="2246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574"/>
          <p:cNvGraphicFramePr>
            <a:graphicFrameLocks noChangeAspect="1"/>
          </p:cNvGraphicFramePr>
          <p:nvPr/>
        </p:nvGraphicFramePr>
        <p:xfrm>
          <a:off x="733425" y="4964113"/>
          <a:ext cx="64595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5" imgW="3797300" imgH="596900" progId="Equation.3">
                  <p:embed/>
                </p:oleObj>
              </mc:Choice>
              <mc:Fallback>
                <p:oleObj name="" r:id="rId5" imgW="3797300" imgH="5969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3425" y="4964113"/>
                        <a:ext cx="6459538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1" name="对象 -2147482610"/>
          <p:cNvGraphicFramePr>
            <a:graphicFrameLocks noChangeAspect="1"/>
          </p:cNvGraphicFramePr>
          <p:nvPr/>
        </p:nvGraphicFramePr>
        <p:xfrm>
          <a:off x="747713" y="714375"/>
          <a:ext cx="6935787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4063365" imgH="1155700" progId="Equation.3">
                  <p:embed/>
                </p:oleObj>
              </mc:Choice>
              <mc:Fallback>
                <p:oleObj name="" r:id="rId1" imgW="4063365" imgH="11557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7713" y="714375"/>
                        <a:ext cx="6935787" cy="197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" name="对象 -2147482563"/>
          <p:cNvGraphicFramePr>
            <a:graphicFrameLocks noChangeAspect="1"/>
          </p:cNvGraphicFramePr>
          <p:nvPr/>
        </p:nvGraphicFramePr>
        <p:xfrm>
          <a:off x="1101725" y="2881313"/>
          <a:ext cx="6940550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" imgW="4114800" imgH="1371600" progId="Equation.3">
                  <p:embed/>
                </p:oleObj>
              </mc:Choice>
              <mc:Fallback>
                <p:oleObj name="" r:id="rId3" imgW="4114800" imgH="13716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1725" y="2881313"/>
                        <a:ext cx="6940550" cy="231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563"/>
          <p:cNvGraphicFramePr>
            <a:graphicFrameLocks noChangeAspect="1"/>
          </p:cNvGraphicFramePr>
          <p:nvPr/>
        </p:nvGraphicFramePr>
        <p:xfrm>
          <a:off x="1163638" y="5394325"/>
          <a:ext cx="49815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2247900" imgH="419100" progId="Equation.3">
                  <p:embed/>
                </p:oleObj>
              </mc:Choice>
              <mc:Fallback>
                <p:oleObj name="" r:id="rId5" imgW="2247900" imgH="419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3638" y="5394325"/>
                        <a:ext cx="4981575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385" name="对象 -2147482609"/>
          <p:cNvGraphicFramePr>
            <a:graphicFrameLocks noChangeAspect="1"/>
          </p:cNvGraphicFramePr>
          <p:nvPr/>
        </p:nvGraphicFramePr>
        <p:xfrm>
          <a:off x="650875" y="641350"/>
          <a:ext cx="7361238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4191000" imgH="1397000" progId="Equation.3">
                  <p:embed/>
                </p:oleObj>
              </mc:Choice>
              <mc:Fallback>
                <p:oleObj name="" r:id="rId1" imgW="4191000" imgH="13970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0875" y="641350"/>
                        <a:ext cx="7361238" cy="245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" name="对象 -2147482572"/>
          <p:cNvGraphicFramePr>
            <a:graphicFrameLocks noChangeAspect="1"/>
          </p:cNvGraphicFramePr>
          <p:nvPr/>
        </p:nvGraphicFramePr>
        <p:xfrm>
          <a:off x="414338" y="3257550"/>
          <a:ext cx="80057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4508500" imgH="584200" progId="Equation.3">
                  <p:embed/>
                </p:oleObj>
              </mc:Choice>
              <mc:Fallback>
                <p:oleObj name="" r:id="rId3" imgW="4508500" imgH="5842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338" y="3257550"/>
                        <a:ext cx="8005762" cy="1039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对象 -2147482571"/>
          <p:cNvGraphicFramePr>
            <a:graphicFrameLocks noChangeAspect="1"/>
          </p:cNvGraphicFramePr>
          <p:nvPr/>
        </p:nvGraphicFramePr>
        <p:xfrm>
          <a:off x="650875" y="4602163"/>
          <a:ext cx="6527800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5" imgW="3594100" imgH="889000" progId="Equation.DSMT4">
                  <p:embed/>
                </p:oleObj>
              </mc:Choice>
              <mc:Fallback>
                <p:oleObj name="" r:id="rId5" imgW="3594100" imgH="8890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0875" y="4602163"/>
                        <a:ext cx="6527800" cy="161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09" name="对象 -2147482609"/>
          <p:cNvGraphicFramePr>
            <a:graphicFrameLocks noChangeAspect="1"/>
          </p:cNvGraphicFramePr>
          <p:nvPr/>
        </p:nvGraphicFramePr>
        <p:xfrm>
          <a:off x="650875" y="641350"/>
          <a:ext cx="7361238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4191000" imgH="1397000" progId="Equation.3">
                  <p:embed/>
                </p:oleObj>
              </mc:Choice>
              <mc:Fallback>
                <p:oleObj name="" r:id="rId1" imgW="4191000" imgH="13970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0875" y="641350"/>
                        <a:ext cx="7361238" cy="245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" name="对象 -2147482570"/>
          <p:cNvGraphicFramePr>
            <a:graphicFrameLocks noChangeAspect="1"/>
          </p:cNvGraphicFramePr>
          <p:nvPr/>
        </p:nvGraphicFramePr>
        <p:xfrm>
          <a:off x="463550" y="3894138"/>
          <a:ext cx="7737475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3" imgW="3987800" imgH="685800" progId="Equation.DSMT4">
                  <p:embed/>
                </p:oleObj>
              </mc:Choice>
              <mc:Fallback>
                <p:oleObj name="" r:id="rId3" imgW="3987800" imgH="6858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3550" y="3894138"/>
                        <a:ext cx="7737475" cy="1331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3" name="对象 -2147482607"/>
          <p:cNvGraphicFramePr>
            <a:graphicFrameLocks noChangeAspect="1"/>
          </p:cNvGraphicFramePr>
          <p:nvPr/>
        </p:nvGraphicFramePr>
        <p:xfrm>
          <a:off x="676275" y="411163"/>
          <a:ext cx="7123113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4660265" imgH="1193800" progId="Equation.3">
                  <p:embed/>
                </p:oleObj>
              </mc:Choice>
              <mc:Fallback>
                <p:oleObj name="" r:id="rId1" imgW="4660265" imgH="1193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6275" y="411163"/>
                        <a:ext cx="7123113" cy="183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4" name="对象 -2147482568"/>
          <p:cNvGraphicFramePr>
            <a:graphicFrameLocks noChangeAspect="1"/>
          </p:cNvGraphicFramePr>
          <p:nvPr/>
        </p:nvGraphicFramePr>
        <p:xfrm>
          <a:off x="676275" y="2305050"/>
          <a:ext cx="56673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3543300" imgH="889000" progId="Equation.DSMT4">
                  <p:embed/>
                </p:oleObj>
              </mc:Choice>
              <mc:Fallback>
                <p:oleObj name="" r:id="rId3" imgW="3543300" imgH="8890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275" y="2305050"/>
                        <a:ext cx="5667375" cy="142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对象 -2147482567"/>
          <p:cNvGraphicFramePr>
            <a:graphicFrameLocks noChangeAspect="1"/>
          </p:cNvGraphicFramePr>
          <p:nvPr/>
        </p:nvGraphicFramePr>
        <p:xfrm>
          <a:off x="735013" y="3852863"/>
          <a:ext cx="6326187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4419600" imgH="1879600" progId="Equation.DSMT4">
                  <p:embed/>
                </p:oleObj>
              </mc:Choice>
              <mc:Fallback>
                <p:oleObj name="" r:id="rId5" imgW="4419600" imgH="1879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5013" y="3852863"/>
                        <a:ext cx="6326187" cy="2690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7" name="对象 -2147482608"/>
          <p:cNvGraphicFramePr>
            <a:graphicFrameLocks noChangeAspect="1"/>
          </p:cNvGraphicFramePr>
          <p:nvPr/>
        </p:nvGraphicFramePr>
        <p:xfrm>
          <a:off x="676275" y="885825"/>
          <a:ext cx="77930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5295900" imgH="673100" progId="Equation.3">
                  <p:embed/>
                </p:oleObj>
              </mc:Choice>
              <mc:Fallback>
                <p:oleObj name="" r:id="rId1" imgW="5295900" imgH="6731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6275" y="885825"/>
                        <a:ext cx="7793038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8" name="对象 -2147482569"/>
          <p:cNvGraphicFramePr>
            <a:graphicFrameLocks noChangeAspect="1"/>
          </p:cNvGraphicFramePr>
          <p:nvPr/>
        </p:nvGraphicFramePr>
        <p:xfrm>
          <a:off x="890588" y="2252663"/>
          <a:ext cx="7362825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4419600" imgH="1117600" progId="Equation.3">
                  <p:embed/>
                </p:oleObj>
              </mc:Choice>
              <mc:Fallback>
                <p:oleObj name="" r:id="rId3" imgW="4419600" imgH="11176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588" y="2252663"/>
                        <a:ext cx="7362825" cy="1862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1" name="对象 -2147482606"/>
          <p:cNvGraphicFramePr>
            <a:graphicFrameLocks noChangeAspect="1"/>
          </p:cNvGraphicFramePr>
          <p:nvPr/>
        </p:nvGraphicFramePr>
        <p:xfrm>
          <a:off x="704850" y="752475"/>
          <a:ext cx="77343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4533900" imgH="723900" progId="Equation.3">
                  <p:embed/>
                </p:oleObj>
              </mc:Choice>
              <mc:Fallback>
                <p:oleObj name="" r:id="rId1" imgW="4533900" imgH="7239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4850" y="752475"/>
                        <a:ext cx="7734300" cy="1238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" name="对象 -2147482566"/>
          <p:cNvGraphicFramePr>
            <a:graphicFrameLocks noChangeAspect="1"/>
          </p:cNvGraphicFramePr>
          <p:nvPr/>
        </p:nvGraphicFramePr>
        <p:xfrm>
          <a:off x="568325" y="2686050"/>
          <a:ext cx="7418388" cy="259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4356100" imgH="1524000" progId="Equation.DSMT4">
                  <p:embed/>
                </p:oleObj>
              </mc:Choice>
              <mc:Fallback>
                <p:oleObj name="" r:id="rId3" imgW="4356100" imgH="15240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8325" y="2686050"/>
                        <a:ext cx="7418388" cy="2593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5" name="对象 -2147482605"/>
          <p:cNvGraphicFramePr>
            <a:graphicFrameLocks noChangeAspect="1"/>
          </p:cNvGraphicFramePr>
          <p:nvPr/>
        </p:nvGraphicFramePr>
        <p:xfrm>
          <a:off x="866775" y="777875"/>
          <a:ext cx="7588250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4724400" imgH="965200" progId="Equation.3">
                  <p:embed/>
                </p:oleObj>
              </mc:Choice>
              <mc:Fallback>
                <p:oleObj name="" r:id="rId1" imgW="4724400" imgH="9652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6775" y="777875"/>
                        <a:ext cx="7588250" cy="1550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" name="对象 -2147482565"/>
          <p:cNvGraphicFramePr>
            <a:graphicFrameLocks noChangeAspect="1"/>
          </p:cNvGraphicFramePr>
          <p:nvPr/>
        </p:nvGraphicFramePr>
        <p:xfrm>
          <a:off x="866775" y="2630488"/>
          <a:ext cx="6970713" cy="281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3" imgW="4495800" imgH="1816100" progId="Equation.DSMT4">
                  <p:embed/>
                </p:oleObj>
              </mc:Choice>
              <mc:Fallback>
                <p:oleObj name="" r:id="rId3" imgW="4495800" imgH="18161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6775" y="2630488"/>
                        <a:ext cx="6970713" cy="281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15</Words>
  <Application>WPS 演示</Application>
  <PresentationFormat>在屏幕上显示</PresentationFormat>
  <Paragraphs>2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49</vt:i4>
      </vt:variant>
      <vt:variant>
        <vt:lpstr>幻灯片标题</vt:lpstr>
      </vt:variant>
      <vt:variant>
        <vt:i4>16</vt:i4>
      </vt:variant>
    </vt:vector>
  </HeadingPairs>
  <TitlesOfParts>
    <vt:vector size="74" baseType="lpstr">
      <vt:lpstr>Arial</vt:lpstr>
      <vt:lpstr>宋体</vt:lpstr>
      <vt:lpstr>Wingdings</vt:lpstr>
      <vt:lpstr>微软雅黑</vt:lpstr>
      <vt:lpstr>Arial Unicode MS</vt:lpstr>
      <vt:lpstr>Calibri</vt:lpstr>
      <vt:lpstr>Cambria Math</vt:lpstr>
      <vt:lpstr>古瓶荷花</vt:lpstr>
      <vt:lpstr>1_古瓶荷花</vt:lpstr>
      <vt:lpstr>Equation.DSMT4</vt:lpstr>
      <vt:lpstr>Equation.3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HP</dc:creator>
  <cp:lastModifiedBy>大漠无垠</cp:lastModifiedBy>
  <cp:revision>81</cp:revision>
  <dcterms:created xsi:type="dcterms:W3CDTF">2017-03-23T02:33:00Z</dcterms:created>
  <dcterms:modified xsi:type="dcterms:W3CDTF">2021-12-25T11:26:13Z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2500175C815B4C1F9906FC11290576B6</vt:lpwstr>
  </property>
</Properties>
</file>