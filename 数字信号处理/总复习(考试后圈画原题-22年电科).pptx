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548" r:id="rId3"/>
    <p:sldId id="549" r:id="rId4"/>
    <p:sldId id="550" r:id="rId5"/>
    <p:sldId id="551" r:id="rId6"/>
    <p:sldId id="552" r:id="rId7"/>
    <p:sldId id="553" r:id="rId8"/>
    <p:sldId id="554" r:id="rId9"/>
    <p:sldId id="555" r:id="rId10"/>
    <p:sldId id="556" r:id="rId11"/>
    <p:sldId id="557" r:id="rId12"/>
    <p:sldId id="558" r:id="rId13"/>
    <p:sldId id="559" r:id="rId14"/>
    <p:sldId id="560" r:id="rId15"/>
    <p:sldId id="561" r:id="rId16"/>
    <p:sldId id="562" r:id="rId17"/>
    <p:sldId id="563" r:id="rId18"/>
    <p:sldId id="564" r:id="rId19"/>
    <p:sldId id="565" r:id="rId20"/>
    <p:sldId id="566" r:id="rId21"/>
    <p:sldId id="567" r:id="rId22"/>
    <p:sldId id="568" r:id="rId23"/>
    <p:sldId id="569" r:id="rId24"/>
    <p:sldId id="570" r:id="rId25"/>
    <p:sldId id="571" r:id="rId26"/>
    <p:sldId id="572" r:id="rId27"/>
    <p:sldId id="573" r:id="rId28"/>
    <p:sldId id="574" r:id="rId29"/>
  </p:sldIdLst>
  <p:sldSz cx="9144000" cy="6858000" type="screen4x3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0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gs" Target="tags/tag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6041" units="1/cm"/>
          <inkml:channelProperty channel="Y" name="resolution" value="28.36041" units="1/cm"/>
        </inkml:channelProperties>
      </inkml:inkSource>
      <inkml:timestamp xml:id="ts0" timeString="2023-12-06T10:30:51"/>
    </inkml:context>
    <inkml:brush xml:id="br1">
      <inkml:brushProperty name="width" value="0.15875" units="cm"/>
      <inkml:brushProperty name="height" value="0.3175" units="cm"/>
      <inkml:brushProperty name="color" value="#65ff65"/>
      <inkml:brushProperty name="tip" value="rectangle"/>
      <inkml:brushProperty name="rasterOp" value="maskPen"/>
      <inkml:brushProperty name="fitToCurve" value="1"/>
    </inkml:brush>
  </inkml:definitions>
  <inkml:trace contextRef="#ctx0" brushRef="#br1">10283.8 9918.17,'46.1436'35.8984,"-5.12891"-30.7695,5.12891-5.12891,20.5078-25.6416,-10.2539-10.2578,15.3809 10.2578,-25.6348 20.5137,25.6348 0,-30.7627-0.000976563,5.12793 5.12891,5.12598 5.12891,0.00195313-0.000976563,-5.12988 5.13086,10.2559-0.00390625,-10.2529-5.12695,-5.12988 5.12891,0.00292969 0,-0.00292969 0,30.7637 25.6416,0-25.6416,-30.7617-15.3857,-0.000976563 0.000976563,10.2549 10.2559,5.12695-5.12793,-0.000976563-5.12793,-10.2529-0.000976563,-5.12793-10.2559,0.000976563 5.12793,5.12695 10.2568,5.12598 0,-5.12598 0,15.3799 5.12891,5.12793 5.12598,-10.2539-5.12598,-5.12793 0,10.2549 0,0.000976563 10.2559,-15.3828 15.3848,0-10.2559,5.12891-15.3857,-0.00195313 5.12891,5.12793-5.12891,0 5.12891,-0.000976563 0,0.000976563-5.12793,-10.2539-5.12891,-0.000976563 0,0.000976563 0,-0.000976563-10.2578,-5.12598 5.12988,-0.000976563-0.000976563,10.2559-10.2559,5.125-5.12793,-5.12695 15.3838,0.00195313 0.000976563,-0.00195313-5.12891,5.12695 5.12891,-10.2529 0,25.6357 5.12793,-25.6377-5.12891,-5.125 15.3857,-0.000976563-0.000976563,15.3828-10.2559,-0.00195313 5.12891,-10.2539-0.000976563,-5.12598 5.12988,10.2549-5.12988,-5.12988 0,-5.125-5.12793,5.12598 5.12793,0.000976563-5.12793,-5.12695-5.12793,5.12695 0,35.8887-5.12891,-25.6357-5.12891,-15.3799 10.2578,10.2529 5.12793,0.000976563 0,-0.000976563 0,-5.125 0,-5.12793 0,5.125 5.12793,10.2549 15.3867,-5.12598 5.12598,-5.12695-25.6406,10.2559 15.3848,-0.00390625 5.12891,-5.12598-5.12793,5.12695-0.00195313,-5.12598-5.12598,5.12695 5.12598,-10.2539-5.12598,0.000976563-5.12988,15.3799 0,-5.12891-5.12793,-5.12598 5.12891,5.12891-10.2578,5.12402 5.12891,-10.251 5.12891,25.6338-20.5137,-25.6357 10.2549,5.12891-5.12598,-5.12891 5.12793,-5.12695-5.12891,15.3828 10.2568,10.2529 0,-15.3809 0,-5.12793 5.12891,5.12891 5.12695,-10.2568-10.2559,-5.125 5.12793,5.12598 5.12988,10.2539-0.00195313,0.00195313 5.12891,-0.00195313-10.2559,-5.12695-5.12891,5.12891 5.12793,-0.00195313 0,-10.252-5.12793,-5.12891 0,5.12695-5.12793,0.00195313 5.12793,-5.13086-5.12793,10.2578 5.12793,-0.00195313 0,0-5.12891,0.00195313 0.000976563,10.252-15.3848,-20.5059 5.12695,30.7598-5.12793,0.00195313-15.3838,-10.2559 5.12695,10.2559-15.3848,-15.3828 0.000976563,10.2539 25.6416,-25.6348-20.5146,0.00195313 15.3857,5.125 10.2568,-5.125 0,5.125-5.12988,-5.12695 5.13086,10.2559-10.2578,-5.12891-5.12793,-20.5078-20.5137,5.12695-15.3857,-25.6348 20.5146,0-0.000976563,-5.12695-30.7695,0 30.7715,-15.3809-25.6445,5.125-5.12695,-5.12305 20.5137,-20.5098-5.12891,5.125 20.5137,-5.125-5.12793,-10.2559-5.12891,-15.377-0.000976563,-5.13281 5.12891,25.6406 20.5137,-5.13086 5.12988,-20.5059-5.13086,15.3809 10.2578,-0.00195313-5.12891,5.12891-5.12891,0 5.13086,5.12695-5.13086,-0.00195313 0.000976563,-35.8867-5.12793,30.7617 15.3838,5.125 5.12988,-41.0137 5.12793,30.7598-0.000976563,5.12891 5.12891,0-0.0908203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6041" units="1/cm"/>
          <inkml:channelProperty channel="Y" name="resolution" value="28.36041" units="1/cm"/>
        </inkml:channelProperties>
      </inkml:inkSource>
      <inkml:timestamp xml:id="ts0" timeString="2023-12-06T10:30:51"/>
    </inkml:context>
    <inkml:brush xml:id="br1">
      <inkml:brushProperty name="width" value="0.15875" units="cm"/>
      <inkml:brushProperty name="height" value="0.3175" units="cm"/>
      <inkml:brushProperty name="color" value="#65ff65"/>
      <inkml:brushProperty name="tip" value="rectangle"/>
      <inkml:brushProperty name="rasterOp" value="maskPen"/>
      <inkml:brushProperty name="fitToCurve" value="1"/>
    </inkml:brush>
  </inkml:definitions>
  <inkml:trace contextRef="#ctx0" brushRef="#br1">16420.8 8692.5,'-41.0176'5.12793,"-15.3789"0,-20.5078 0.000976563,-20.5107-0.000976563,5.12891-5.12793,5.12598-5.12793,10.2559-5.12891,-10.2559 0,5.12891-5.12793,10.252-10.2568,0.000976563 10.2559,5.12891-5.12598,-0.00195313 10.2549,10.2529 5.12891,5.12891-5.12988,-10.2539 10.2578,-5.12793 5.12891,0 5.12793,-5.12793-5.12891,0.000976563 5.12891,0 5.12695,15.3809 5.13086,0.000976563-10.2588,-20.5088 5.12891,5.12695 10.2568,10.2539-10.2559,-10.2539-0.000976563,-5.12598 5.12891,5.12598-0.00195313,10.2539-5.12598,-5.12695-5.12891,-10.2549 0,0.000976563-10.2568,10.2559 0,-0.00195313 15.3848,-10.2549-10.2568,5.12793-10.2559,20.5088 0,-0.00195313-0.000976563,-30.7598 10.2578,-5.12793-0.000976563,25.6348-5.12793,0 0,0 10.2568,5.12793 0,-0.000976563-5.12891,0.000976563 5.12988,-5.12891 5.12598,0.00195313-5.12695,-5.12793-15.3857,5.12793 15.3867,-0.00195313-0.00195313,0.00195313-15.3838,15.3799 20.5117,0-15.3838,-20.5078-5.12793,10.2549 15.3857,-5.12793-15.3877,-10.2539 0.00195313,-5.12793-15.3848,5.12891 10.2559,20.5078 10.2568,-5.12793-5.12793,-10.2549 5.12793,5.12793-20.5137,5.12793 5.12891,-10.2539 20.5127,-0.00195313 0.000976563,10.2559-10.2578,15.3809 5.12891,-10.2559 0,5.12891 10.2568,-0.000976563 0.000976563,-25.6348-0.00195313,20.5088 5.12891,5.12695 5.12793,5.12598-15.3848,0.000976563 0.00195313,-0.000976563 10.2539,0.000976563-5.12598,-25.6367 15.3828,5.12793 10.2588,20.5088-20.5156,-15.3818 15.3857,0.000976563-10.2559,-5.12793 0,0.000976563-5.12891,-5.12891 0,20.5088 5.12891,5.12695-10.2568,0.000976563 5.12793,-5.12598 5.12793,-5.12988 5.12891,10.2559 5.12891,-0.000976563 5.12793,5.12793 15.3848,5.12598-10.2568,15.3818 0.000976563,20.5078 5.12598,25.6348 10.2588,-20.5068-10.2568,5.125-5.12891,10.2559 5.12793,25.6338 5.12891,-5.125 0,-0.00195313 0,0.000976563 5.12891,-5.12793-20.5146,15.3818 20.5146,15.3809-0.000976563,-10.2549-30.7695,-15.3799-25.6416,20.5088-56.4111,-41.0186 14.7002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6041" units="1/cm"/>
          <inkml:channelProperty channel="Y" name="resolution" value="28.36041" units="1/cm"/>
        </inkml:channelProperties>
      </inkml:inkSource>
      <inkml:timestamp xml:id="ts0" timeString="2023-12-06T10:30:51"/>
    </inkml:context>
    <inkml:brush xml:id="br1">
      <inkml:brushProperty name="width" value="0.15875" units="cm"/>
      <inkml:brushProperty name="height" value="0.3175" units="cm"/>
      <inkml:brushProperty name="color" value="#65ff65"/>
      <inkml:brushProperty name="tip" value="rectangle"/>
      <inkml:brushProperty name="rasterOp" value="maskPen"/>
      <inkml:brushProperty name="fitToCurve" value="1"/>
    </inkml:brush>
  </inkml:definitions>
  <inkml:trace contextRef="#ctx0" brushRef="#br1">4054.47 10256.6,'-61.5239'-15.3838,"-5.12695"10.2559,25.6348-5.12988,-20.5078 0.00195313,5.12573-10.2588,-10.2527 0.00195313,-5.12817 5.12793,30.7632-5.12891,-15.3811 10.2578,-10.2542-35.8994,10.2542 0,0-10.2559,-15.3811 20.5117,25.634 20.5156,-5.12598-0.000976563,-5.12695-0.000976563,-5.12695 5.12988,-5.1272 15.3838,5.12622-15.3838,15.3818 5.12891,5.1272 5.12695,-10.2542 5.12695,-10.2539 5.12891,-5.12817-5.12793,0.000976563 5.12891,-10.2537 5.12891,5.12671-0.000976563,20.5081 10.2568,-5.12793-10.2568,0.000976563 5.12793,0-10.2559,-5.12817 0.000976563,0.00219727 10.2549,-10.2561 0,-5.12585-5.12695,20.5078-0.00195313,5.1261 0.00195313,5.12805 0,-0.00012207-0.00195313,5.12708-5.12598,0-0.00195313,-10.254 5.12891,-5.12695-5.12793,10.2531 5.12793,0.000854492 0.000976563,-10.2539-0.00195313,5.12695 0.00195313,-10.254 20.5117,5.1261 30.7715,10.255-5.12988,10.2539-20.5117,10.254 10.2549,-25.635 20.5156,30.7621-30.7715,5.12683 0,0.00012207 0.000976563,-5.12695-0.00195313,-5.12708 30.7715,15.38-5.12891,0.000976563 5.12891,30.7631-10.2578,5.12598-15.3838,20.5079-0.00195313,15.3811 15.3887,-20.5081-35.9004,35.889 10.2559,-35.8881-10.2549,25.634 20.5107,-20.5081-15.3828,10.2542-0.000976563,-0.00012207-10.2559,0.000976563 10.2568,10.2531 5.12793,-5.12695-5.12891,-20.5081-10.2559,10.254-0.00195313,5.12695 10.2598,5.12805-10.2598,5.12598 0.00292969,-5.12708-5.12988,25.6362-10.2568,-0.0012207 10.2568,-25.635-5.12793,-5.12695-10.2568,10.2542 10.2568,5.12793 0.000976563,5.12573-10.2578,-5.12671 0,5.12695 5.12793,-5.12598 0,-10.2551-5.12793,-5.12695 5.12793,20.5081 5.12695,5.12695-5.125,-10.2529-5.12988,-0.000976563 5.12891,10.2539 5.12695,-10.2532 5.12988,-20.5088-15.3857,0 0,20.5081 10.2559,15.3818-5.12793,-20.5088 0.000976563,-0.000244141 5.12793,10.2542-5.12793,-15.3811 5.12695,-15.3799 0.000976563,-0.000976563-10.2568,20.5081 0,5.12695 5.12793,-5.12622 0,-0.00195313-5.12793,0.00195313 0,-5.12744-5.12793,-15.3818 0,0.000488281 0,10.2549-5.12891,5.12646-5.12793,5.12646 5.12695,-5.12695-5.12598,5.12793-0.00195313,-5.12793-5.12891,-15.3809 5.13184,-5.12695-0.00292969,15.3809-15.3838,5.12793 0,-15.3828 10.2549,5.12891-5.12598,20.5068-10.2578,-15.3804 0,-5.12646 0,10.2529-5.12695,-15.3809 5.12598,-5.12744-5.12695,-15.3804-5.12793,35.8887-35.8984,-25.6348 35.8975,-5.12744 0,-10.2524 5.12891,15.3784-15.3848,-15.3784 0,-0.00244141 10.2559,0.00195313 0,-10.2544-15.3838,-0.000488281 5.12695,-5.12695 15.3848,-5.12695 0.00195313,-20.5078-5.13086,10.2534-5.12695,-5.12744 0,-46.1411-25.6396,35.8867 35.8955,-41.0146-25.6406,-10.2539-5.12891,35.8887 41.0273,0 15.3838,-20.5078 0.000976563,-5.12793-10.2568,5.12793 10.2559,-10.2544 5.12988,-10.2534-5.12891,10.2524 5.12793,15.3823 0.000976563,0 10.2559,-20.5078 10.2559,-5.12842-5.12793,0.00146484-10.2559,-0.00146484 5.12793,5.12939 10.2568,-0.00244141-5.12793,10.2554-5.12891,-10.2544 0,-25.6357 0,0.0012207 0,25.6348 5.12793,15.3811-5.12793,-10.2551-5.12793,-5.12598 15.3838,10.2542-20.5117,-15.3811-0.00195313,-0.000976563 15.3867,20.5088-20.5137,10.2542 10.2568,10.2542 5.12793,-0.000244141-10.2578,-5.12793 15.3857,-30.7607-5.12793,25.6348 9.4668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3-12-06T10:30:51"/>
    </inkml:context>
    <inkml:brush xml:id="br1">
      <inkml:brushProperty name="width" value="0.01984375" units="cm"/>
      <inkml:brushProperty name="height" value="0.01984375" units="cm"/>
      <inkml:brushProperty name="color" value="#000000"/>
      <inkml:brushProperty name="fitToCurve" value="1"/>
    </inkml:brush>
  </inkml:definitions>
  <inkml:trace contextRef="#ctx0" brushRef="#br1">5971.98 1621.28 137,'56.082'16.045'586,"8.46582"-22.0131"-540,11.4634-8.93396-31,-2.84521-0.655029-7,-15.9043 9.56702-4,-8.13574-3.06506-1,14.0371-7.84998-3,-20.3789 28.8651-294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3-12-06T10:30:51"/>
    </inkml:context>
    <inkml:brush xml:id="br1">
      <inkml:brushProperty name="width" value="0.01984375" units="cm"/>
      <inkml:brushProperty name="height" value="0.01984375" units="cm"/>
      <inkml:brushProperty name="color" value="#000000"/>
      <inkml:brushProperty name="fitToCurve" value="1"/>
    </inkml:brush>
  </inkml:definitions>
  <inkml:trace contextRef="#ctx0" brushRef="#br1">6259.09 1334.1 137,'25.9121'52.9041'246,"-16.6519"0.590942"-159,-5.72363-6.99695-35,-5.67871 32.7179-7,-4.80762-5.07092-11,0.074707-21.595-15,-9.63281 27.2198 7,1.39648-26.5459-15,-6.55078 21.729 2,8.50928-30.6919-9,-6.3291 19.0569-2,1.8291 0.210938-44,10.3496-19.746 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3-12-06T10:30:51"/>
    </inkml:context>
    <inkml:brush xml:id="br1">
      <inkml:brushProperty name="width" value="0.01984375" units="cm"/>
      <inkml:brushProperty name="height" value="0.01984375" units="cm"/>
      <inkml:brushProperty name="color" value="#000000"/>
      <inkml:brushProperty name="fitToCurve" value="1"/>
    </inkml:brush>
  </inkml:definitions>
  <inkml:trace contextRef="#ctx0" brushRef="#br1">6817.93 1405.89 166,'43.0957'-6.08997'233,"5.52441"-1.85498"-166,-5.85596 4.86194-13,-0.650391 1.41394-3,7.08252-15.8549-14,-1.88965 8.2699-19,8.93652-2.38696-5,-14.2539 0.602905-8,5.19971-4.52185-7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3-12-06T10:30:51"/>
    </inkml:context>
    <inkml:brush xml:id="br1">
      <inkml:brushProperty name="width" value="0.01984375" units="cm"/>
      <inkml:brushProperty name="height" value="0.01984375" units="cm"/>
      <inkml:brushProperty name="color" value="#000000"/>
      <inkml:brushProperty name="fitToCurve" value="1"/>
    </inkml:brush>
  </inkml:definitions>
  <inkml:trace contextRef="#ctx0" brushRef="#br1">7058.9 1334.1 137,'16.896'42.0491'118,"-4.6167"16.4769"-34,-18.3223 7.21399-39,-4.5-12.099-22,-10.2354 10.442-6,3.62061-13.193-9,4.56543 3.63391-2,-5.30664-1.68384-3,-3.99121 4.07886-1,1.12939-9.37195-1,-8.40332 8.50403-7,0.362305-11.9501-13,-24.2554-3.7959 9,4.51514-20.0811 15,-3.67822 0.334961 37,94.5923-24.108 52,29.8481-13.0739-26,-16.2324-2.38806-13,3.23828-3.33301 10,-7.45313 9.875-34,21.71 0.124023-22,-13.626 3.14197-7,-6.47266 11.4349-6,0.0664063-1.19189-57,-12.2764 0.328003-588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3-12-06T10:30:51"/>
    </inkml:context>
    <inkml:brush xml:id="br1">
      <inkml:brushProperty name="width" value="0.01984375" units="cm"/>
      <inkml:brushProperty name="height" value="0.01984375" units="cm"/>
      <inkml:brushProperty name="color" value="#000000"/>
      <inkml:brushProperty name="fitToCurve" value="1"/>
    </inkml:brush>
  </inkml:definitions>
  <inkml:trace contextRef="#ctx0" brushRef="#br1">7945.88 1339.22 295,'30.165'56.568'41,"-22.251"-8.51794"48,-8.60596 2.75391-10,-7.00635 13.472-10,0.455566-18.176-41,-0.0415039 6.55408-2,-7.22803 23.6-7,-0.604492-21.6321-7,-8.5415 14.198 3,9.86523-24.0829-4,-0.916992-87.123 46,26.7031-22.729-59,-5.26123 22.97 0,1.2832-10.7209-2,6.07568-21.9861-3,-1.08008 30.446 2,9.99561-19.311-3,-1.48535 14.9001 2,0.754883 6.42188 1,11.5469-5.91504 2,0.814453 0.914063 1,24.3408-15.062 2,-10.0688 31.39 0,-5.05176 34.1851-2,-14.251 64.8479-10,-38.1904-14.1169 5,-16.7168 8.24792 1,-4.06445-7.22998 2,-1.63281-10.0839 3,-16.6777 6.79285 3,-9.06738-30.585 17,59.4072 30.812 15,28.8838 8.63599-19,-9.32568-19.329-3,17.7246 18.943 4,-2.92285-12.131-3,4.9082-10.8871-4,0.790527-2.75183-3,10.0186-12.0962-6,-0.0273438-10.4849-143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3-12-06T10:30:51"/>
    </inkml:context>
    <inkml:brush xml:id="br1">
      <inkml:brushProperty name="width" value="0.01984375" units="cm"/>
      <inkml:brushProperty name="height" value="0.01984375" units="cm"/>
      <inkml:brushProperty name="color" value="#000000"/>
      <inkml:brushProperty name="fitToCurve" value="1"/>
    </inkml:brush>
  </inkml:definitions>
  <inkml:trace contextRef="#ctx0" brushRef="#br1">8586.76 1770 137,'24.0215'47.908'275,"-7.65137"-0.098999"-178,5.11719 1.07605-13,-6.41016-7.448-1,1.0498 6.89502-14,-2.16016 5.29883-44,-12.1641-11.2136-333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3-12-06T10:30:51"/>
    </inkml:context>
    <inkml:brush xml:id="br1">
      <inkml:brushProperty name="width" value="0.01984375" units="cm"/>
      <inkml:brushProperty name="height" value="0.01984375" units="cm"/>
      <inkml:brushProperty name="color" value="#000000"/>
      <inkml:brushProperty name="fitToCurve" value="1"/>
    </inkml:brush>
  </inkml:definitions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3-12-06T10:30:51"/>
    </inkml:context>
    <inkml:brush xml:id="br1">
      <inkml:brushProperty name="width" value="0.01984375" units="cm"/>
      <inkml:brushProperty name="height" value="0.01984375" units="cm"/>
      <inkml:brushProperty name="color" value="#000000"/>
      <inkml:brushProperty name="fitToCurve" value="1"/>
    </inkml:brush>
  </inkml:definitions>
  <inkml:trace contextRef="#ctx0" brushRef="#br1">7504.96 1334.1 173,'48.1499'-8.55896'189,"-2.50586"-1.41699"-151,4.48877-5.10205-14,-4.32764 6.78101-12,-3.06641 6.75696-5,-0.452637 3.19409-10,-0.291992 6.56091-37,-0.959961-22.684-358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3-12-06T10:30:51"/>
    </inkml:context>
    <inkml:brush xml:id="br1">
      <inkml:brushProperty name="width" value="0.01984375" units="cm"/>
      <inkml:brushProperty name="height" value="0.01984375" units="cm"/>
      <inkml:brushProperty name="color" value="#000000"/>
      <inkml:brushProperty name="fitToCurve" value="1"/>
    </inkml:brush>
  </inkml:definitions>
  <inkml:trace contextRef="#ctx0" brushRef="#br1">7663.89 1272.56 154,'23.293'51.4819'54,"-21.5708"-6.64294"-23,-2.95947 11.1201 8,-4.8125-10.7202-8,-1.38818-0.911865-16,-2.34424 13.962-2,1.46533-3.89807-3,0.0390625-2.87402-3,-2.42041 21.807 3,2.09912-9.927 2,0.189453-11.049-3,-2.21533-3.83899-1,-15.6499 6.97791-27,-5.89014-11.5529-135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3-12-06T10:30:51"/>
    </inkml:context>
    <inkml:brush xml:id="br1">
      <inkml:brushProperty name="width" value="0.01984375" units="cm"/>
      <inkml:brushProperty name="height" value="0.01984375" units="cm"/>
      <inkml:brushProperty name="color" value="#000000"/>
      <inkml:brushProperty name="fitToCurve" value="1"/>
    </inkml:brush>
  </inkml:definitions>
  <inkml:trace contextRef="#ctx0" brushRef="#br1">7346.02 2103.34 153,'70.3369'0.86499'509,"-0.804688"-16.636"-455,-9.33643 11.3879-16,-6.42285-4.25977-17,22.2803-2.28027-10,-22.7876 8.95801-15,-5.25928 2.08325-157,0.580566-0.443359-337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3-12-06T10:30:51"/>
    </inkml:context>
    <inkml:brush xml:id="br1">
      <inkml:brushProperty name="width" value="0.01984375" units="cm"/>
      <inkml:brushProperty name="height" value="0.01984375" units="cm"/>
      <inkml:brushProperty name="color" value="#000000"/>
      <inkml:brushProperty name="fitToCurve" value="1"/>
    </inkml:brush>
  </inkml:definitions>
  <inkml:trace contextRef="#ctx0" brushRef="#br1">9125.09 1385.38 137,'29.5723'41.262'163,"-2.14746"20.5961"-98,-15.3232-4.33105-27,-8.87988 8.89001 3,-5.03223-10.38-18,-6.33301 4.927-1,-6.85254 13.858-6,-0.416016-20.3781-7,-0.624023 0.285034-3,-1.52246 4.76709-3,3.92578-6.96912-2,1.77051-0.451904-73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3-12-06T10:30:51"/>
    </inkml:context>
    <inkml:brush xml:id="br1">
      <inkml:brushProperty name="width" value="0.01984375" units="cm"/>
      <inkml:brushProperty name="height" value="0.01984375" units="cm"/>
      <inkml:brushProperty name="color" value="#000000"/>
      <inkml:brushProperty name="fitToCurve" value="1"/>
    </inkml:brush>
  </inkml:definitions>
  <inkml:trace contextRef="#ctx0" brushRef="#br1">9160.98 1446.92 170,'55.7256'-21.1859'120,"-7.87305"8.76782"-86,15.3828-1.19788 1,-1.59473 14.504-8,-19.6104 7.39087-15,7.47754 23.8041 8,-24.3135 30.2421 3,-26.0947 2.06189-4,-5.47852-20.1119-2,-22.291 26.162-2,-3.32422-4.94202-3,9.68652-23.847-2,-14.3037 20.89 4,9.48633-21.3589-3,-12.7959 13.6589 4,1.30273-4.25708 5,-1.53418-2.58594-2,-9.56543 2.13708 6,-0.22168-31.6282-217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3-12-06T10:30:51"/>
    </inkml:context>
    <inkml:brush xml:id="br1">
      <inkml:brushProperty name="width" value="0.01984375" units="cm"/>
      <inkml:brushProperty name="height" value="0.01984375" units="cm"/>
      <inkml:brushProperty name="color" value="#000000"/>
      <inkml:brushProperty name="fitToCurve" value="1"/>
    </inkml:brush>
  </inkml:definitions>
  <inkml:trace contextRef="#ctx0" brushRef="#br1">9658.3 1369.99 262,'47.376'26.978'174,"10.1572"-10.791"-123,-10.0967-8.11707-28,0.798828-4.75-12,8.12695-4.74585-3,-7.45605 0.112915-7,-4.79297-8.95703-11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3-12-06T10:30:51"/>
    </inkml:context>
    <inkml:brush xml:id="br1">
      <inkml:brushProperty name="width" value="0.01984375" units="cm"/>
      <inkml:brushProperty name="height" value="0.01984375" units="cm"/>
      <inkml:brushProperty name="color" value="#000000"/>
      <inkml:brushProperty name="fitToCurve" value="1"/>
    </inkml:brush>
  </inkml:definitions>
  <inkml:trace contextRef="#ctx0" brushRef="#br1">9848 1421.28 155,'-16.4756'50.932'185,"0.241211"0.485962"-71,3.39941 0.562134-59,2.60547-0.112183-12,-5.43652 8.64709 5,-8.37402 8.29297-9,5.01855-14.828-12,1.54102 1.77502-4,0.516602-2.49097-8,-6.67969 6.91797-16,25.6221-6.80005-147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3-12-06T10:30:51"/>
    </inkml:context>
    <inkml:brush xml:id="br1">
      <inkml:brushProperty name="width" value="0.01984375" units="cm"/>
      <inkml:brushProperty name="height" value="0.01984375" units="cm"/>
      <inkml:brushProperty name="color" value="#000000"/>
      <inkml:brushProperty name="fitToCurve" value="1"/>
    </inkml:brush>
  </inkml:definitions>
  <inkml:trace contextRef="#ctx0" brushRef="#br1">10191.5 1400.76 144,'27.8545'74.859'338,"-25.9746"-21.9851"-297,-2.95313 21.2451 4,-6.09277-12.3259-22,-5.47461-1.37512 0,2.4668 6.36597-7,1.05273-18.6969-7,-9.82715 20.7119-1,6.31641-12.8389-7,1.86816-9.46912-27,-5.56348-5.45386-155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3-12-06T10:30:51"/>
    </inkml:context>
    <inkml:brush xml:id="br1">
      <inkml:brushProperty name="width" value="0.01984375" units="cm"/>
      <inkml:brushProperty name="height" value="0.01984375" units="cm"/>
      <inkml:brushProperty name="color" value="#000000"/>
      <inkml:brushProperty name="fitToCurve" value="1"/>
    </inkml:brush>
  </inkml:definitions>
  <inkml:trace contextRef="#ctx0" brushRef="#br1">10186.4 1585.38 150,'30.9053'-44.8601'114,"31.2002"10.0991"19,-15.3105 23.402-109,9.15039-1.09094-13,-0.948242 1.37891-13,-12.7295 10.4611-170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3-12-06T10:30:51"/>
    </inkml:context>
    <inkml:brush xml:id="br1">
      <inkml:brushProperty name="width" value="0.01984375" units="cm"/>
      <inkml:brushProperty name="height" value="0.01984375" units="cm"/>
      <inkml:brushProperty name="color" value="#000000"/>
      <inkml:brushProperty name="fitToCurve" value="1"/>
    </inkml:brush>
  </inkml:definitions>
  <inkml:trace contextRef="#ctx0" brushRef="#br1">10212 1713.59 349,'-23.1152'47.2671'383,"94.4385"-48.7532"-376,-0.911133-18.8549-4,7.25-7.70605-4,-19.1211-2.56506-21,-3.52832 7.53809-71,-5.95605-7.81396-67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3-12-06T10:30:51"/>
    </inkml:context>
    <inkml:brush xml:id="br1">
      <inkml:brushProperty name="width" value="0.01984375" units="cm"/>
      <inkml:brushProperty name="height" value="0.01984375" units="cm"/>
      <inkml:brushProperty name="color" value="#000000"/>
      <inkml:brushProperty name="fitToCurve" value="1"/>
    </inkml:brush>
  </inkml:definitions>
  <inkml:trace contextRef="#ctx0" brushRef="#br1">10678.6 1472.56 155,'11.3633'45.2319'207,"-5.91992"3.24207"-146,-1.32715-0.338013-9,-1.21777 11.021-1,-1.71387-5.39795-13,-0.742188-7.91309-10,-3.29492 4.70313-9,-3.19922-2.45605-6,-6.06055 4.63696-5,1.87207-11.627-65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3-12-06T10:30:51"/>
    </inkml:context>
    <inkml:brush xml:id="br1">
      <inkml:brushProperty name="width" value="0.01984375" units="cm"/>
      <inkml:brushProperty name="height" value="0.01984375" units="cm"/>
      <inkml:brushProperty name="color" value="#000000"/>
      <inkml:brushProperty name="fitToCurve" value="1"/>
    </inkml:brush>
  </inkml:definitions>
  <inkml:trace contextRef="#ctx0" brushRef="#br1">10601.7 1518.71 137,'47.3818'16.5851'517,"0.428711"-24.1952"-438,6.96387-17.2399-42,1.74707 6.04297-29,-6.89746 14.3201-36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3-12-06T10:30:51"/>
    </inkml:context>
    <inkml:brush xml:id="br1">
      <inkml:brushProperty name="width" value="0.01984375" units="cm"/>
      <inkml:brushProperty name="height" value="0.01984375" units="cm"/>
      <inkml:brushProperty name="color" value="#000000"/>
      <inkml:brushProperty name="fitToCurve" value="1"/>
    </inkml:brush>
  </inkml:definitions>
  <inkml:trace contextRef="#ctx0" brushRef="#br1">11232.3 1272.56 137,'41.1631'-16.22'170,"-31.9229"66.101"-45,-17.6758 0.984985-65,-16.6416 2.53906-19,-6.26855-1.38708-17,-7.37988 1.43909-13,-4.74316 3.31396-10,-2.82227-5.81201-56,42.6094-105.583-161,56.875 7.02002 220,-8.52539 25.41 12,-1.2793-2.396 4,4.10938 5.88391-9,-2.24609 0.0970459-44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3-12-06T10:30:51"/>
    </inkml:context>
    <inkml:brush xml:id="br1">
      <inkml:brushProperty name="width" value="0.01984375" units="cm"/>
      <inkml:brushProperty name="height" value="0.01984375" units="cm"/>
      <inkml:brushProperty name="color" value="#000000"/>
      <inkml:brushProperty name="fitToCurve" value="1"/>
    </inkml:brush>
  </inkml:definitions>
  <inkml:trace contextRef="#ctx0" brushRef="#br1">11293.8 1472.56 137,'-44.165'33.9199'379,"27.0879"29.29"-144,70.9023-21.5039-205,-7.30566-69.5551-42,16.0693-27.494-52,-18.0469 13.9041-64,7.10938-4.6781-107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3-12-06T10:30:51"/>
    </inkml:context>
    <inkml:brush xml:id="br1">
      <inkml:brushProperty name="width" value="0.01984375" units="cm"/>
      <inkml:brushProperty name="height" value="0.01984375" units="cm"/>
      <inkml:brushProperty name="color" value="#000000"/>
      <inkml:brushProperty name="fitToCurve" value="1"/>
    </inkml:brush>
  </inkml:definitions>
  <inkml:trace contextRef="#ctx0" brushRef="#br1">11611.7 1282.81 137,'-15.5078'44.879'440,"-25.6025"2.2439"-366,-17.6494 12.9161-41,-4.43848-3.31104-20,19.6514-8.69006-9,81.3457-91.756-177,17.4883 1.828 163,-1.39746 11.557 14,0.494141 5.823 0,-2.45996 7.901-10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3-12-06T10:30:51"/>
    </inkml:context>
    <inkml:brush xml:id="br1">
      <inkml:brushProperty name="width" value="0.01984375" units="cm"/>
      <inkml:brushProperty name="height" value="0.01984375" units="cm"/>
      <inkml:brushProperty name="color" value="#000000"/>
      <inkml:brushProperty name="fitToCurve" value="1"/>
    </inkml:brush>
  </inkml:definitions>
  <inkml:trace contextRef="#ctx0" brushRef="#br1">11519.4 1452.05 326,'6.22754'49.162'363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3-12-06T10:30:51"/>
    </inkml:context>
    <inkml:brush xml:id="br1">
      <inkml:brushProperty name="width" value="0.01984375" units="cm"/>
      <inkml:brushProperty name="height" value="0.01984375" units="cm"/>
      <inkml:brushProperty name="color" value="#000000"/>
      <inkml:brushProperty name="fitToCurve" value="1"/>
    </inkml:brush>
  </inkml:definitions>
  <inkml:trace contextRef="#ctx0" brushRef="#br1">11165.6 1759.75 252,'49.1416'3.521'334,"1.57031"-21.127"-266,13.9512-2.36304-38,-5.71289 1.44397-10,-1.81055-5.35498-10,0.932617 5.44104-5,-5.67773 2.18591-38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3-12-06T10:30:51"/>
    </inkml:context>
    <inkml:brush xml:id="br1">
      <inkml:brushProperty name="width" value="0.01984375" units="cm"/>
      <inkml:brushProperty name="height" value="0.01984375" units="cm"/>
      <inkml:brushProperty name="color" value="#000000"/>
      <inkml:brushProperty name="fitToCurve" value="1"/>
    </inkml:brush>
  </inkml:definitions>
  <inkml:trace contextRef="#ctx0" brushRef="#br1">11396.4 1580.26 176,'-16.4805'60.734'273,"-5.3623"-3.375"-199,-4.7793-2.02905-29,4.33008 0.866089-27,-6.03418-10.426-11,-8.03223-0.0600586-31,-13.0039-53.7009 40,99.6953-3.96912 78,8.02246-5.83081-73,-0.945313-0.358154-5,-4.22852-3.64697-10,-7.30859 5.85608-4,-89.4297 60.1179-327,-17.041-12.245 253,-2.05469-3.53296 62,7.38184-2.82104 19,0.207031 3.58398 48,45.6641 20.588 308,77.002-52.861-329,-0.643555-14.265-26,-1.95801-5.46497-7,3.99121-2.49902-1,-12.4082 1.23999-4,-10.5273-7.08203-48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3-12-06T10:30:51"/>
    </inkml:context>
    <inkml:brush xml:id="br1">
      <inkml:brushProperty name="width" value="0.01984375" units="cm"/>
      <inkml:brushProperty name="height" value="0.01984375" units="cm"/>
      <inkml:brushProperty name="color" value="#000000"/>
      <inkml:brushProperty name="fitToCurve" value="1"/>
    </inkml:brush>
  </inkml:definitions>
  <inkml:trace contextRef="#ctx0" brushRef="#br1">11391.2 1800.77 231,'5.58789'54.9291'306,"-2.10156"2.86987"-200,-4.34766 8.87207-28,-12.5449-1.73901-32,-9.18457 16.3829-21,-0.513672 0.697998-11,1.68262-5.24683-7,3.7998-16.3691-2,-1.15527-15.2009-4,-3.05566-98.2881-12,10.2568-21.22 5,-6.44434-6.34692 1,-0.219727 22.6289 2,7.10645 12.751 2,57.002 70.54 21,24.5176-10.895-18,-1.33203-32.3479-81,-26.0322 10.1069-651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3-12-06T10:30:51"/>
    </inkml:context>
    <inkml:brush xml:id="br1">
      <inkml:brushProperty name="width" value="0.01984375" units="cm"/>
      <inkml:brushProperty name="height" value="0.01984375" units="cm"/>
      <inkml:brushProperty name="color" value="#000000"/>
      <inkml:brushProperty name="fitToCurve" value="1"/>
    </inkml:brush>
  </inkml:definitions>
  <inkml:trace contextRef="#ctx0" brushRef="#br1">12021.9 1590.51 147,'51.7461'15.576'279,"-37.4092"31.7389"-129,-19.3965-4.67688-100,-3.97559 12.069-21,-10.3535 12.7-14,4.6123-16.97-7,-1.64355-7.92505-1,60.8457-115.279 3,-11.9346 21.777-8,3.35449-14.2351 1,12.9902-11.0178 1,-9.16699 26.9039 0,21.3301-5.771 4,7.96094 18.2239 3,-1.70605 18.2692 1,3.5459 6.45093-3,-12.2236 9.29407-2,-38.3252 62.8309 5,-46.7822-14.88-11,-6.36426 0.399048-1,-11.4463 12.45 0,-5.0918 3.82996 0,11.2725-14.3949 0,-17.0137 8.40698 0,10.4854-24.2321 2,-12.0098-18.8119 3,9.63965-4.93213 7,-2.66504-0.921875 28,107.679 28.2628-15,27.0576-41.1938-25,-43.3613-7.23901 1,38.4033-28.1171-3,-0.0361328 1.61304-7,-32.6729-0.520996-8,5.49512-9.90601-85,-11.5303 16.1631-391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3-12-06T10:30:51"/>
    </inkml:context>
    <inkml:brush xml:id="br1">
      <inkml:brushProperty name="width" value="0.01984375" units="cm"/>
      <inkml:brushProperty name="height" value="0.01984375" units="cm"/>
      <inkml:brushProperty name="color" value="#000000"/>
      <inkml:brushProperty name="fitToCurve" value="1"/>
    </inkml:brush>
  </inkml:definitions>
  <inkml:trace contextRef="#ctx0" brushRef="#br1">12375.6 1308.45 343,'0'59.7311'285,"-3.63965"-10.1731"-224,-9.26563 16.4149-4,4.14551-23.6089-40,-4.21094 16.103 9,-8.21777 38.646-7,9.26074-31.5331-9,4.17188-23.198-4,-2.74023 8.81812-1,-3.55273 0.0299072 1,-4.53711 16.004 0,-1.33984 23.988-1,3.33594-5.63416-10,11.6025-25.0679-83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3-12-06T10:30:51"/>
    </inkml:context>
    <inkml:brush xml:id="br1">
      <inkml:brushProperty name="width" value="0.01984375" units="cm"/>
      <inkml:brushProperty name="height" value="0.01984375" units="cm"/>
      <inkml:brushProperty name="color" value="#000000"/>
      <inkml:brushProperty name="fitToCurve" value="1"/>
    </inkml:brush>
  </inkml:definitions>
  <inkml:trace contextRef="#ctx0" brushRef="#br1">13052.4 1246.91 563,'23.2939'53.4691'43,"-16.9629"0.319824"5,-5.29102-3.69592-12,-16.8896-1.43005-30,-4.3877-6.12097-149,-22.4854-8.44397-111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3-12-06T10:30:51"/>
    </inkml:context>
    <inkml:brush xml:id="br1">
      <inkml:brushProperty name="width" value="0.01984375" units="cm"/>
      <inkml:brushProperty name="height" value="0.01984375" units="cm"/>
      <inkml:brushProperty name="color" value="#000000"/>
      <inkml:brushProperty name="fitToCurve" value="1"/>
    </inkml:brush>
  </inkml:definitions>
  <inkml:trace contextRef="#ctx0" brushRef="#br1">12755 1590.51 333,'65.1514'18.056'438,"-18.5576"-18.295"-410,17.9248-4.04602-5,13.875-13.8829-4,-17.251-1.604-19,23.0635-11.614 0,-24.1543 15.1849-8,-6.60254 2.25208-96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3-12-06T10:30:51"/>
    </inkml:context>
    <inkml:brush xml:id="br1">
      <inkml:brushProperty name="width" value="0.01984375" units="cm"/>
      <inkml:brushProperty name="height" value="0.01984375" units="cm"/>
      <inkml:brushProperty name="color" value="#000000"/>
      <inkml:brushProperty name="fitToCurve" value="1"/>
    </inkml:brush>
  </inkml:definitions>
  <inkml:trace contextRef="#ctx0" brushRef="#br1">13154.9 1528.97 186,'-30.6025'52.1029'331,"-17.7441"18.3982"-185,-4.8877-5.73816-75,9.8125-8.3739-37,-6.74414 2.22095-8,9.35742-12.501-10,-5.35352 3.41602-2,2.80762-5.96704-5,-13.5117 14.7159-1,-3.16699-4.63696-3,7.77246-19.7039-7,49.3711-104.918-24,23.3896 22.5089 1,-2.79297 3.38416-5,2.36328-11.4031-40,7.66895-14.1951-9,-5.93359 11.7781-4,-3.27637 5.82104-22,4.58887 1.5509-4,24.2461 35.8571 60,-6.67383 64.818 190,-4.99219 14.224 2,-13.6348-14.3341-51,3.78418 14.5621-16,5.42969-1.98206-19,-9.26855-16.125-24,21.7471 22.0891-7,9.33008-27.2921-17,23.5449-11.5731-17,-17.8027-38.1538-70,2.13672-32.905-78,-18.8047 5.22803-81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3-12-06T10:30:51"/>
    </inkml:context>
    <inkml:brush xml:id="br1">
      <inkml:brushProperty name="width" value="0.01984375" units="cm"/>
      <inkml:brushProperty name="height" value="0.01984375" units="cm"/>
      <inkml:brushProperty name="color" value="#000000"/>
      <inkml:brushProperty name="fitToCurve" value="1"/>
    </inkml:brush>
  </inkml:definitions>
  <inkml:trace contextRef="#ctx0" brushRef="#br1">13934.2 1272.56 137,'-5.83496'46.381'666,"-31.207"10.006"-646,-20.1475 19.2881-7,9.94141-22.921-8,-11.168-0.540039-1,11.751-10.0081-3,-4.94727 8.58411 0,-1.84961-5.547-1,-8.3584 7.7439-2,10.0313-16.731-8,43.2744-79.12-351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3-12-06T10:30:51"/>
    </inkml:context>
    <inkml:brush xml:id="br1">
      <inkml:brushProperty name="width" value="0.01984375" units="cm"/>
      <inkml:brushProperty name="height" value="0.01984375" units="cm"/>
      <inkml:brushProperty name="color" value="#000000"/>
      <inkml:brushProperty name="fitToCurve" value="1"/>
    </inkml:brush>
  </inkml:definitions>
  <inkml:trace contextRef="#ctx0" brushRef="#br1">13800.9 1421.28 230,'55.3154'33.972'263,"5.20801"2.02197"-45,-8.02148-15.0181-153,16.6426-11.476-49,-7.45703-5.91602-15,2.31836-5.27002-19,-15.5947-20.8499-336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3-12-06T10:30:51"/>
    </inkml:context>
    <inkml:brush xml:id="br1">
      <inkml:brushProperty name="width" value="0.01984375" units="cm"/>
      <inkml:brushProperty name="height" value="0.01984375" units="cm"/>
      <inkml:brushProperty name="color" value="#000000"/>
      <inkml:brushProperty name="fitToCurve" value="1"/>
    </inkml:brush>
  </inkml:definitions>
  <inkml:trace contextRef="#ctx0" brushRef="#br1">13631.7 1682.82 372,'71.6494'36.0909'348,"-10.9248"-18.9729"-299,-2.74219-14.3571-24,0.874023-17.076-21,15.5684-9.47485-2,-5.88867-5.78308-17,-15.9668 3.83398-119,-67.5244 71.6021-417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3-12-06T10:30:51"/>
    </inkml:context>
    <inkml:brush xml:id="br1">
      <inkml:brushProperty name="width" value="0.01984375" units="cm"/>
      <inkml:brushProperty name="height" value="0.01984375" units="cm"/>
      <inkml:brushProperty name="color" value="#000000"/>
      <inkml:brushProperty name="fitToCurve" value="1"/>
    </inkml:brush>
  </inkml:definitions>
  <inkml:trace contextRef="#ctx0" brushRef="#br1">13626.6 1934.11 297,'41.1797'20.634'403,"12.4658"-8.15503"-352,18.252-5.59204-5,-30.3135-17.603-45,21.8584-12.2509-4,3.93848-11.7642-39,-14.5254 4.25317-216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3-12-06T10:30:51"/>
    </inkml:context>
    <inkml:brush xml:id="br1">
      <inkml:brushProperty name="width" value="0.01984375" units="cm"/>
      <inkml:brushProperty name="height" value="0.01984375" units="cm"/>
      <inkml:brushProperty name="color" value="#000000"/>
      <inkml:brushProperty name="fitToCurve" value="1"/>
    </inkml:brush>
  </inkml:definitions>
  <inkml:trace contextRef="#ctx0" brushRef="#br1">13883 1867.44 302,'-30.1074'64.505'160,"1.25391"-2.34009"-136,5.9043-18.2869-15,3.67773 4.61682-9,-14.7578 10.0432-6,-2.30273-10.104-3,-28.0225-6.02515 1,21.6328-32.8589 28,-14.207-1.72705 181,122.334-7.70996-101,-19.373 4.00586-96,29.0635 1.37207 3,-15.1689 5.32715 0,-2.79395-9.44312-3,28.1094-17.3992-1,-19.0205-0.946777-13,-23.2598 4.98291-4,15.0391-22.4058-127,-6.74023-1.62842-246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3-12-06T10:30:51"/>
    </inkml:context>
    <inkml:brush xml:id="br1">
      <inkml:brushProperty name="width" value="0.01984375" units="cm"/>
      <inkml:brushProperty name="height" value="0.01984375" units="cm"/>
      <inkml:brushProperty name="color" value="#000000"/>
      <inkml:brushProperty name="fitToCurve" value="1"/>
    </inkml:brush>
  </inkml:definitions>
  <inkml:trace contextRef="#ctx0" brushRef="#br1">14836.6 1395.64 137,'11.7432'52.457'195,"-29.6426"-9.83203"-166,-13.2705 8.49097-7,-17.0381 0.343994-10,3.1748-3.71594 2,-4.7373-10.422 5,-2.8877-9.00098 14,-7.97461 10.2959 39,3.19434-0.504883 125,100.629-0.388062-130,34.1924-25.9961-60,2.32129-8.54785-1,-1.5-11.911-3,-14.2627-8.79114-2,-7.43457-8.09387-1,8.1709-13.921-8,-20.4473 8.57202-78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3-12-06T10:30:51"/>
    </inkml:context>
    <inkml:brush xml:id="br1">
      <inkml:brushProperty name="width" value="0.01984375" units="cm"/>
      <inkml:brushProperty name="height" value="0.01984375" units="cm"/>
      <inkml:brushProperty name="color" value="#000000"/>
      <inkml:brushProperty name="fitToCurve" value="1"/>
    </inkml:brush>
  </inkml:definitions>
  <inkml:trace contextRef="#ctx0" brushRef="#br1">14882.7 1580.26 188,'-13.8018'62.901'237,"6.95703"-5.33496"-139,-2.16113-13.2291-34,-2.61816 22.5292-10,3.75488-12.4681-17,0.378906-1.32898-4,-5.26855 7.6571-10,1.45605-15.0861-11,-8.69629 21.941-2,5.11816-11.8433-15,-3.77148-11.6816-78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3-12-06T10:30:51"/>
    </inkml:context>
    <inkml:brush xml:id="br1">
      <inkml:brushProperty name="width" value="0.01984375" units="cm"/>
      <inkml:brushProperty name="height" value="0.01984375" units="cm"/>
      <inkml:brushProperty name="color" value="#000000"/>
      <inkml:brushProperty name="fitToCurve" value="1"/>
    </inkml:brush>
  </inkml:definitions>
  <inkml:trace contextRef="#ctx0" brushRef="#br1">14775.1 1887.95 243,'-61.002'11.181'373,"15.1992"6.37793"-315,-16.9365 16.9691-18,12.9043-3.11011-26,2.8252 3.91296-7,-18.5156 25.1681-8,113.053-77.2151-125,12.8926-7.97583 126,-6.05957 8.25586 3,7.20605 4.27905 9,-12.833 7.14197-1,8.75977 4.53406 7,-12.6299 12.6549 4,-0.298828 11.7861-3,17.5771 2.49878-61,-21.0088-27.2499-85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3-12-06T10:30:51"/>
    </inkml:context>
    <inkml:brush xml:id="br1">
      <inkml:brushProperty name="width" value="0.01984375" units="cm"/>
      <inkml:brushProperty name="height" value="0.01984375" units="cm"/>
      <inkml:brushProperty name="color" value="#000000"/>
      <inkml:brushProperty name="fitToCurve" value="1"/>
    </inkml:brush>
  </inkml:definitions>
  <inkml:trace contextRef="#ctx0" brushRef="#br1">15308.3 1441.79 220,'-20.3857'51.6539'400,"-7.84766"2.70715"-367,-0.672852-4.6311-21,-2.56152 3.16296-5,2.62695-10.949-4,-12.0508 7.12012-1,74.1357-100.519 2,22.249-3.22888 1,6.76172 6.87292 7,-1.08203 19.1781 14,-3.22852 15.5339 7,-2.41211 13.521-16,-23.8418 53.922-1,-59.9326 0.741943-25,-11.668 2.26306-69,-8.78223-10.017-300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3-12-06T10:30:51"/>
    </inkml:context>
    <inkml:brush xml:id="br1">
      <inkml:brushProperty name="width" value="0.01984375" units="cm"/>
      <inkml:brushProperty name="height" value="0.01984375" units="cm"/>
      <inkml:brushProperty name="color" value="#000000"/>
      <inkml:brushProperty name="fitToCurve" value="1"/>
    </inkml:brush>
  </inkml:definitions>
  <inkml:trace contextRef="#ctx0" brushRef="#br1">15303.1 1805.9 277,'-4.80469'62.054'353,"0.748047"1.88904"-262,2.98145 2.55603-36,-12.6016 9.72095-20,0.802734-22.3359-23,-1.48828-4.91992-28,10.9541-111.985-182,5.57422 5.4519 113,-20.1152 7.90308 39,-36.4648-4.64893 32,8.93359 45.4729 28,-3.62012 13.635 6,-3.26172 6.13904 4,2.40234 6.41199 2,-6.40625 3.59705 14,84.7578-72.9971-110,33.7012 13.988 66,-16.6504 22.676 12,1.11035 9.0929 12,3.71387 6.81714 4,-8.33008 1.74597 1,16.1113 11.9269 29,-7.09082 3.0011-1,1.63379-6.07898 1,-0.140625-0.733032-32,-0.244141-4.40906-16,5.06738-1.53589-7,-2.03906 14.9619-75,-33.585 30.186-420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6041" units="1/cm"/>
          <inkml:channelProperty channel="Y" name="resolution" value="28.36041" units="1/cm"/>
        </inkml:channelProperties>
      </inkml:inkSource>
      <inkml:timestamp xml:id="ts0" timeString="2023-12-06T10:30:51"/>
    </inkml:context>
    <inkml:brush xml:id="br1">
      <inkml:brushProperty name="width" value="0.15875" units="cm"/>
      <inkml:brushProperty name="height" value="0.3175" units="cm"/>
      <inkml:brushProperty name="color" value="#65ff65"/>
      <inkml:brushProperty name="tip" value="rectangle"/>
      <inkml:brushProperty name="rasterOp" value="maskPen"/>
      <inkml:brushProperty name="fitToCurve" value="1"/>
    </inkml:brush>
  </inkml:definitions>
  <inkml:trace contextRef="#ctx0" brushRef="#br1">2285.65 8446.34,'-46.1428'30.7695,"20.5078"10.2568,10.2539 15.3848,0.000244141-15.3838,5.12573 10.2559,-5.12476 15.3848,10.2517-25.6426,-5.12573 15.3867,0 0,-0.000244141-5.12891,0.0012207 5.12793,-10.2561-5.12793,0.000976563-5.12793,10.2542 0,-5.12708-0.00195313,0 5.12988,-0.00012207-5.12695,5.1272 5.12695,-0.00012207-5.12891,0 0.000976563,-10.2539 20.5137,20.5079-5.12988,20.5079-10.2559,20.5081-25.6416,15.3811 10.2568,5.12683-20.5146,-20.5068-10.2539,-0.0012207-5.12988,25.6353 10.2559,15.3809-10.2559,-30.761 0,5.12598 5.12793,5.12695-5.12793,5.1272 5.12891,-5.1272-5.12891,-20.5068 0,-0.0012207 0,10.2542-5.12891,0 0.000976563,0 0,5.12695 5.12793,10.2551-10.2578,-0.0012207 5.12988,-5.12695 0,-15.3809-5.12793,5.12695 5.12695,-5.12598-5.12793,30.761-10.2568,-30.762 5.12988,-5.1272 5.12598,35.8892-25.6396,-35.8892 35.8975,0.0012207-25.6426,25.634 0.00195313,-5.1272-25.6436,-15.3809 5.13086,-25.6353-25.6445,15.3813 25.6436,-20.5073-20.5137,-5.12769 0,-5.1272 25.6406,0-30.7695,-5.12695 25.6436,-5.12695-0.00195313,5.12695-0.000976563,-15.3811-20.5107,-0.000732422 25.6396,0.000732422-5.12695,-20.5078-15.3857,-15.3811 0,0 25.6426,0 10.2549,-10.2549 5.12988,-15.3801-10.2578,5.12695 0.000976563,5.1272 5.12793,-0.0012207 0,-15.3799 0,41.0159 15.3857,-5.12671-5.12891,-0.000244141 15.3848,-5.12695 15.3848,-5.12793-20.5137,5.12793-10.2559,5.12695 15.3848,0 0,0.000244141-5.12891,-0.000244141 5.12891,-5.12793 0,-15.3801 0,-10.2537 10.2578,5.12671-5.12988,5.12598 0,0.0012207 15.3848,5.12671 0.000976563,10.2544 10.2559,-5.12744 5.12891,15.3813 20.2188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6041" units="1/cm"/>
          <inkml:channelProperty channel="Y" name="resolution" value="28.36041" units="1/cm"/>
        </inkml:channelProperties>
      </inkml:inkSource>
      <inkml:timestamp xml:id="ts0" timeString="2023-12-06T10:30:51"/>
    </inkml:context>
    <inkml:brush xml:id="br1">
      <inkml:brushProperty name="width" value="0.15875" units="cm"/>
      <inkml:brushProperty name="height" value="0.3175" units="cm"/>
      <inkml:brushProperty name="color" value="#65ff65"/>
      <inkml:brushProperty name="tip" value="rectangle"/>
      <inkml:brushProperty name="rasterOp" value="maskPen"/>
      <inkml:brushProperty name="fitToCurve" value="1"/>
    </inkml:brush>
  </inkml:definitions>
  <inkml:trace contextRef="#ctx0" brushRef="#br1">15175.3 883.412,'76.9063'-5.12799,"-30.7646"0,5.12988-0.0010376,-0.00195313-10.2559,5.12695-5.12805,10.2549-5.12903,10.2549 0.0010376,15.3789 5.12799,10.2559-5.12903,-25.6367 6.10352e-05,-5.12598-5.12701,20.5078-5.13007,10.2559-5.12695,-5.12793 5.12701,-10.2559 5.13,-5.125 5.12698,-0.00195313 10.257,-20.5078 5.12802,10.2559 5.12897,10.252-5.12897,-5.125 0.000976563,-15.3828 5.12701,-5.12695 5.129,-5.125 0,-10.2559 0,20.5098 0,-20.5098 0,5.12695 0,0 5.129,-56.3945 41.026,-61.5273 25.641,20.5098-15.384,-0.00195313 10.256,-35.8867 15.3849,-10.2578 0,0.00585938-15.3849,-0.00390625-15.3851,10.2539 41.0271,20.5078 20.5129,10.2559-35.8981,-5.12695-15.3849,-10.2549 15.385,5.12695-15.3861,15.3818-15.3839,-5.12891 0,5.12891 10.257,5.12598-5.12903,-15.3809 15.385,0.000976563 10.2571,5.12598-25.6421,15.3809 0.00012207,-10.2529-15.3842,82.0322-97.4388,-0.000976563 5.12781,-5.12695 0.0012207,5.12695-0.0012207,5.12793-20.5128,-10.2529 10.257,-5.13086 15.3849,-5.12402-10.2568,-0.000976563-0.00012207,0 10.2571,-5.12695-5.12805,5.12695-25.6421,0.000976563-5.12891,-5.12793 10.2571,-0.000976563-6.10352e-05,5.12891-10.256,-5.12695 6.10352e-05,-10.2549-0.0010376,5.12695-5.12799,-5.12695 0.000976563,0 10.255,0 25.643,-5.12695-5.12903,5.12695-10.256,5.12695 25.641,-5.12695-10.257,5.12793 15.386,41.0137 92.309,5.12793 30.77,-20.5068-20.513,0.000976563 5.12801,-0.00390625 0,-10.251 10.257,-5.12793 41.0259,5.12793 15.3861,-0.000976563-15.386,-10.2539-15.385,-5.12695 30.7711,5.12695 15.3839,-15.3828-35.8979,5.12891-20.5129,0 15.3849,0 10.2561,0-25.6411,-5.125-20.5139,5.125-10.256,0-15.385,5.125 20.5129,5.13086-20.5129,-61.5254-56.4121,-20.5088-71.7959,20.5068 30.77,-15.3779-20.514,5.125-10.256,10.2539-5.12805,5.12793 10.256,-10.2559-5.12793,0.00195313 5.12805,5.12695 10.2568,-10.2549 0.00012207,-25.6357-15.385,0.00195313-5.12903,20.5068 25.642,10.2529 10.2571,-10.2529 20.5129,5.12695 10.257,20.5078 10.256,-15.3799 10.257,-20.5078 15.385,-5.12891-5.12799,20.5098 10.256,10.252 5.12897,10.2568-10.257,-15.3828 14.583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6041" units="1/cm"/>
          <inkml:channelProperty channel="Y" name="resolution" value="28.36041" units="1/cm"/>
        </inkml:channelProperties>
      </inkml:inkSource>
      <inkml:timestamp xml:id="ts0" timeString="2023-12-06T10:30:51"/>
    </inkml:context>
    <inkml:brush xml:id="br1">
      <inkml:brushProperty name="width" value="0.15875" units="cm"/>
      <inkml:brushProperty name="height" value="0.3175" units="cm"/>
      <inkml:brushProperty name="color" value="#65ff65"/>
      <inkml:brushProperty name="tip" value="rectangle"/>
      <inkml:brushProperty name="rasterOp" value="maskPen"/>
      <inkml:brushProperty name="fitToCurve" value="1"/>
    </inkml:brush>
  </inkml:definitions>
  <inkml:trace contextRef="#ctx0" brushRef="#br1">3044.45 6928.36,'41.0171'10.2573,"-0.0012207"10.2554,25.6353 10.2573,-25.6353-25.6411,0.000244141-5.12891,5.12793-25.6416,5.12598 20.5122,5.12695-10.2544,-5.12695 10.2559,15.3818 10.2559,-25.6367-15.3848,5.12866-10.2563,-5.12769-5.12891,25.635 30.771,-15.3813-35.8999,5.12842 10.2583,5.12573-5.12842,-20.5081 15.3843,10.2542-10.2563,20.5081 10.2563,-5.1272-10.2563,-10.2539 10.2573,20.5093-0.00146484,-20.5093 0.000488281,-10.2539 0.000976563,15.3818-5.13037,-20.5088 15.3862,20.5078 0,-5.12695 5.12891,-15.3809-0.000488281,25.6348 10.2563,-5.12695-5.12793,0 10.2563,-20.5068 0,5.12598-5.12842,10.2539-5.12793,10.2549 0.000488281,-15.3818-0.00146484,5.12695-5.12695,5.12695 10.2554,0.000488281-5.12744,-20.5088-0.000976563,10.2544 20.5151,0.000976563-30.771,-5.12793 10.2563,-5.12598 15.3843,15.3789-15.3823,5.12793-10.2583,0.000976563 10.2559,-15.3818-10.2559,0 0,30.7622 5.12793,-35.8896 0,30.7627 5.13037,-20.5073 5.12549,-5.12793-15.3838,25.6348 5.12891,-5.12695 5.12744,-20.5078-5.12744,25.6357-0.000976563,-20.5088-5.12793,-10.2539-5.12793,10.2539-5.12891,10.2539-0.000488281,-10.2529 5.12842,-10.2549-5.12598,5.12695-0.00341797,-5.12695 5.13037,-0.000488281 0,5.12744 0,5.12695 0,-5.12598-5.13037,-5.12793 5.13037,30.7627-10.2568,-15.3828 5.12891,15.3833-0.00146484,5.12549 0.000488281,-20.5078-5.12842,-5.12695 0.00146484,-10.2529 10.2549,-0.000976563 5.12891,5.12695-5.12793,5.12793-15.3853,5.125-15.3848,-15.3804 30.769,20.5098 20.5137,-0.00146484-25.6406,10.2529-20.5142,-30.7598 41.0259,5.12598 5.12939,0-5.12842,25.6357-20.5137,-0.000976563 5.12891,-10.2539 15.3848,-5.12646 15.3843,10.2534-25.6411,-20.5073 5.12891,0-0.000976563,-5.12793 0,25.6357-10.2559,-20.5078 5.12793,15.3799 5.12793,-5.12598 0.000976563,-10.2539-20.5137,20.5078 15.3848,-25.6357 5.12793,41.0166-15.3848,-20.5088 10.2568,10.2559-10.2573,-20.5098 0.00146484,-10.2529 10.2559,20.5078 0,-10.2539-15.3848,5.12598 10.2554,-15.3799 5.12939,5.12598-5.12793,0.00195313 0,25.6328-5.12793,-20.5078 5.12695,-10.252 0.000488281,-0.00292969-0.000488281,15.3828 5.12891,-10.2539-5.12793,20.5078 15.3848,-10.2549-10.2568,-10.2529 0,0.000976563 10.2573,25.6318-5.12939,0.00195313 5.12793,-30.7617-10.2559,10.2529 15.3853,10.2559-15.3853,-10.2559 0,10.2549 0,-5.12793 10.2568,-10.252-15.3848,-0.00292969 5.12793,10.2568 10.2559,-15.3828-5.12793,5.12891-5.12793,5.125 5.12891,-10.2539-0.000488281,25.6357 10.2563,-20.5088-20.5127,20.5088 0,-20.5078-0.000976563,20.5078 0.000488281,-20.5088-5.12842,0.000976563 0.000976563,25.6348-5.13037,-30.7627 15.3862,5.12891-5.12793,5.125 5.12793,10.2539-10.2559,5.12695 15.3838,-5.12402 0,5.12402 0,15.3818-15.3838,-30.7617 20.5117,-5.12695-25.6396,10.2529 15.3838,-15.3809-5.12793,0.000976563 5.12793,30.7617 5.12793,-25.6348-10.2559,25.6348 5.12793,-30.7637-5.12891,15.3838 0.000488281,-10.2549-0.000488281,5.12598-5.12695,10.2539-10.2583,-20.5068 20.5142,5.12695-25.6406,15.3809 35.8975,-5.12793-0.000976563,-5.12695-10.2559,10.2568-15.3848,-10.2568 15.3848,-5.12695 5.12891,0.000976563-15.3857,-0.000976563-0.000488281,0.000976563-10.2554,0 5.12646,20.5068 20.5151,-10.252 0,-10.2559-5.12891,10.2539 20.5132,0.00195313-10.2573,-5.12988-10.2559,0.00195313 0,-5.12598 5.12939,-5.12891 5.12744,5.12695 20.5132,0.000976563-15.3862,10.2529-5.12646,-10.2529-10.2573,-0.000976563 5.12891,-5.12598 15.3828,0-10.2544,0-5.12842,-0.00195313 5.12695,0.00195313 0.000976563,0-5.12842,0 10.2563,5.125 5.12842,5.12988 5.12891,-5.12891-30.7715,-5.12598 5.12939,-0.000976563 0,0.000976563 20.5142,-82.0332-25.6431,-5.125-10.2563,-5.12988 5.12939,10.2549 5.12793,-20.5068 5.12793,15.3789 0,5.12988-5.12891,-0.00195313 10.2578,-15.3799-5.12891,5.125-10.2568,-20.5068 20.5137,15.3818-25.6421,-10.2539 15.3853,25.6338 5.12842,-5.12695-10.2568,5.12695 0.000488281,-10.2529 10.2559,-15.3818 0.000488281,0.000976563-5.12842,-10.2549 0,35.8887-5.12842,0.000976563 5.12842,-0.000976563-5.12793,-25.6348-0.000976563,20.5078-5.12695,0-5.13037,-5.12598 15.3862,-15.3818 5.12891,-10.2539-25.6416,35.8896 25.6406,-20.5088-10.2559,5.12695-10.2583,-20.5088 25.6436,35.8916-0.000488281,-25.6367-10.2568,0 10.2559,25.6348-15.3838,0.000976563-10.2568,-0.000976563 15.3848,-5.12598 20.5127,-10.2549-20.5127,10.2539-10.2559,5.12598 5.12793,-5.12402-0.000976563,-15.3818 0.000976563,-5.12793 10.2559,25.6348-10.2559,-25.6348 10.2559,15.3799 0.000976563,-5.125 5.12695,5.12695-10.2559,-0.000976563 5.12793,-5.12695-5.12793,10.2549 5.12891,-5.12793-0.000488281,5.12793-5.12842,-30.7627 5.12891,30.7617-10.2578,-5.12598-5.12842,-5.12793 15.3862,5.12695-5.12891,5.12695-5.12891,0.00195313 5.12891,-0.00195313 0,-25.6357-10.2559,0.00195313 10.2559,25.6338 0,5.12695 5.12793,-10.2529 5.12891,-5.12793-10.2568,10.2549 0,-10.2549 0,5.12695 10.2573,10.2549-0.00146484,-25.6367 0.000976563,-10.2529-5.12842,25.6357-5.12842,5.12695 0,-15.3818 5.12793,5.12598-5.12793,5.12988-5.12793,-0.00292969-0.000488281,0.00195313 10.2568,10.2529-0.000488281,-15.3799-5.12793,10.2529 0,-5.12695 0,5.12793 0,-10.2539 5.12891,-0.00195313-5.12891,0.00195313 0,5.12695 0,-0.00195313-5.12891,10.2559 10.2578,-25.6357-5.12891,20.5078 0,0.000976563 5.12793,5.12598-5.12793,-5.12598 5.12793,-0.00195313-15.3838,-10.252 5.12695,0 10.2578,5.125-5.12891,10.2559-5.12891,-30.7617 0.000976563,30.7607-5.12842,-35.8887 15.3843,25.6348-10.2559,0 5.12793,0.000976563 5.12793,-5.12793-10.2559,0 5.12793,15.3809 5.12793,0.000976563-5.12793,-0.000488281 0,0.000488281-5.12793,-0.000488281 10.2559,-0.000976563 10.2573,-10.2529-25.6421,0.000976563 5.12842,-30.7627 30.7695,25.6338-41.0259,10.2549 10.2568,-20.5083-0.000488281,5.12646 20.5137,-10.2529-35.8984,30.7607-0.000488281,-5.12598 10.2563,-30.7607 20.5146,20.5068-10.2573,5.12695-15.3853,-20.5093 25.6421,30.7637-15.3857,-0.000488281 5.12891,0 5.12891,-25.6348-10.2578,-0.000976563-5.12695,25.6357 10.2559,-10.2549 0,0.00195313-5.12793,5.125 5.12793,0.000976563-10.2568,5.12695 5.12744,-10.2539 5.12939,-5.12793-10.2559,0.00195313 0,15.3789 5.12695,-25.6338-5.12842,-15.3809 5.12939,35.8887 0,0 0,-25.6357 5.12793,15.3818 0,-10.2544-10.2573,15.3804 10.2573,10.2554-10.2568,-25.6357 0.000976563,-20.5073 10.2559,35.8887-10.2568,10.2539 5.12744,0 5.12939,-5.12793 0,-10.2529-30.769,-20.5078 30.769,10.2534-10.2578,10.2534 15.3867,10.2554-5.12891,-5.12744-5.12891,5.12695 5.12891,-5.12695 0,-20.5093 15.3862,25.6362-20.5146,0.000488281 25.6416,-15.3818-20.5132,-0.000488281 0,5.12891 0,-15.3828 0,-5.12646 5.12793,30.7627-5.12793,5.12646 0,-5.12695 0,5.12598 0,-5.12598-5.12793,0 10.2559,-15.3809-15.3838,5.12598-0.000976563,-20.5059-10.2563,35.8877 15.3843,-15.3818 10.2578,-5.12622-5.12891,15.3813 0,5.12573-5.12891,-10.252 5.12891,-0.00195313 10.2559,-5.12598-5.12695,10.2539-5.12891,-10.2539 0,15.3811 10.2573,-10.2542-20.5146,10.2529 10.2573,-5.12598-6.0459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6041" units="1/cm"/>
          <inkml:channelProperty channel="Y" name="resolution" value="28.36041" units="1/cm"/>
        </inkml:channelProperties>
      </inkml:inkSource>
      <inkml:timestamp xml:id="ts0" timeString="2023-12-06T10:30:51"/>
    </inkml:context>
    <inkml:brush xml:id="br1">
      <inkml:brushProperty name="width" value="0.15875" units="cm"/>
      <inkml:brushProperty name="height" value="0.3175" units="cm"/>
      <inkml:brushProperty name="color" value="#65ff65"/>
      <inkml:brushProperty name="tip" value="rectangle"/>
      <inkml:brushProperty name="rasterOp" value="maskPen"/>
      <inkml:brushProperty name="fitToCurve" value="1"/>
    </inkml:brush>
  </inkml:definitions>
  <inkml:trace contextRef="#ctx0" brushRef="#br1">3352.07 6651.43,'-46.144'10.2568,"-10.2529"5.12842,10.2539-0.000488281,-5.12695-10.2568,-5.12695 15.3862,10.2539-5.13037,-5.12695-10.2549,-0.000976563 25.6401,10.2551-20.5117,-0.000244141 15.3843,-5.12671 5.12842,-0.000244141-0.000976563,0-5.12695,61.5242 15.3838,30.762-41.0259,-87.1592 20.5142,-10.2549-5.12891,-20.5071-0.00146484,0.000244141 5.13037,10.2537-5.12939,20.5083-10.2559,-25.6362 20.5122,10.2551-15.3843,15.3809 10.2563,-15.3809 5.12891,-5.12695-5.12891,-15.3821 5.12744,35.8901-15.3833,-30.7622 25.6416,-5.12695-10.2578,15.38 15.3857,15.3821-10.2568,5.12695 5.12793,0-5.12793,-5.12708-0.000976563,-15.3809-20.5122,15.3809-10.2568,5.1261 10.2559,0.000976563-10.2559,0 10.2583,0-10.2583,0-10.2583,-0.00012207-15.3823,-0.000854492-0.000488281,0.000976563 15.3843,92.286 46.1548,0.000976563-15.3853,10.2531 0.00244141,5.12695-0.00292969,-20.5081-20.5122,15.3821 15.3838,-5.12805 0.00244141,10.254-5.12939,-20.5079-0.000976563,15.3809 5.13037,-20.5079-5.13037,0.000976563-15.3838,-82.0339-35.8989,-20.507 10.2568,10.2539 10.2578,-15.381-0.00292969,10.254-5.12598,-5.12708 15.3843,20.5071 0.000976563,-20.5071-0.000976563,10.254 10.2568,10.254 15.3848,107.667 30.769,-25.635-35.8955,0 5.12549,0-5.12646,30.7631-0.000488281,-30.7631-0.000976563,0 0.00146484,10.254-10.2573,-10.254-10.2573,15.381 5.12842,5.12805-10.2549,-10.255-10.2573,15.381-5.12988,-71.7781 71.7979,46.1432 5.12842,15.3818-30.7705,-10.2549-5.12793,-30.7632-61.5396,-25.6328-0.29541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6041" units="1/cm"/>
          <inkml:channelProperty channel="Y" name="resolution" value="28.36041" units="1/cm"/>
        </inkml:channelProperties>
      </inkml:inkSource>
      <inkml:timestamp xml:id="ts0" timeString="2023-12-06T10:30:51"/>
    </inkml:context>
    <inkml:brush xml:id="br1">
      <inkml:brushProperty name="width" value="0.15875" units="cm"/>
      <inkml:brushProperty name="height" value="0.3175" units="cm"/>
      <inkml:brushProperty name="color" value="#65ff65"/>
      <inkml:brushProperty name="tip" value="rectangle"/>
      <inkml:brushProperty name="rasterOp" value="maskPen"/>
      <inkml:brushProperty name="fitToCurve" value="1"/>
    </inkml:brush>
  </inkml:definitions>
  <inkml:trace contextRef="#ctx0" brushRef="#br1">13395.9 8236.08,'-35.8896'-41.0264,"82.0332"-5.12939,20.5078 35.8999,-20.5078 5.12793,20.5078-10.2573,0 5.12842,-10.2549 0,5.12793-5.12842,5.12695 5.12939,-5.12793 0,-10.2539-15.3862,20.5098 5.12793,20.5068-5.12695,-5.12598-5.12891,-15.3838-5.12891,-5.125 0.000976563,5.12891 10.2568,-15.3838-0.000488281,0.000976563 5.12842,-0.000976563-5.12793,10.2549-5.12988,5.12695 20.5151,-30.7637-0.00146484,15.3838 0.000488281,-15.3818 5.12891,-10.2539 46.1548,-51.2725 10.2563,0.00292969-0.000488281,-15.3828 10.2573,-20.5068 10.2573,-0.00195313 5.12646,-15.3789 0,-0.00195313 0.00244141,15.3818 5.12646,10.2549-5.12695,0.000976563 5.12598,-5.12988-5.12598,5.12988-15.3857,-0.00292969-0.000976563,-20.5068 10.2578,0-0.000976563,5.12793-10.2559,10.252 5.12891,5.12988-10.2578,5.125-5.12891,0 5.12988,0-66.668,30.7637-35.9004,-0.00195313-30.7676,5.12793 25.6406,0.000976563-10.2559,-5.12793-5.12988,5.12598-10.2559,-5.12598 10.2568,-0.000976563-0.000976563,0.00195313-5.12695,5.12598-10.2578,-0.000976563-10.2549,-5.125 15.3828,-5.12891 0.000976563,10.2549-10.2568,5.12695 0.000488281,-5.12695 5.12793,5.12695 15.3853,5.12695-15.3848,0-5.12939,10.2549 41.0273,-5.12891-5.12842,5.12793-15.3848,0.000976563 0,-5.12793 20.5117,0.00195313 0.00244141,5.12305-5.12939,-5.12402 10.2563,15.3799-25.6421,-5.12793 25.644,5.12988 128.206,-10.2568-5.12842,0.000976563 15.3853,0.000976563 15.3853,10.2539 30.7695,10.252 10.2573,10.2568-20.5132,-10.2559-25.644,10.2549-10.2539,5.12598-5.12939,-5.125-10.2568,-0.00292969-5.12695,-5.125-5.12988,-5.12695-10.2559,-5.12793-15.3848,0.000976563-5.12988,5.12598 0.00195313,10.2539 25.6406,-10.2539-5.12793,-5.125-15.3848,-71.7813-5.12988,-15.3799-41.0254,15.3818-10.2559,-5.12695-5.12891,-15.3818-10.2559,-15.3809-5.13086,-30.7617-20.5107,0-0.00195313,20.5059-5.12695,15.3828 10.2559,-15.3799-30.7686,-15.3828-5.12988,5.12891 0.000976563,5.12598-10.2578,15.3799 5.12891,15.3818 15.3862,15.3818 35.8965,5.12695 0.00195313,-0.000976563 15.3828,0.000976563 15.3862,-0.000976563 15.3838,-10.2539 5.13037,-5.12695 25.6396,5.12695 5.12793,10.2559 5.13086,10.252-0.469238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6041" units="1/cm"/>
          <inkml:channelProperty channel="Y" name="resolution" value="28.36041" units="1/cm"/>
        </inkml:channelProperties>
      </inkml:inkSource>
      <inkml:timestamp xml:id="ts0" timeString="2023-12-06T10:30:51"/>
    </inkml:context>
    <inkml:brush xml:id="br1">
      <inkml:brushProperty name="width" value="0.15875" units="cm"/>
      <inkml:brushProperty name="height" value="0.3175" units="cm"/>
      <inkml:brushProperty name="color" value="#65ff65"/>
      <inkml:brushProperty name="tip" value="rectangle"/>
      <inkml:brushProperty name="rasterOp" value="maskPen"/>
      <inkml:brushProperty name="fitToCurve" value="1"/>
    </inkml:brush>
  </inkml:definitions>
  <inkml:trace contextRef="#ctx0" brushRef="#br1">14400.8 1543.62,'66.6504'15.385,"-20.5078"-10.2561,5.12891-5.12891,-0.00195313-5.12891,20.5088 0.000854492,-10.2549 5.12805,-10.2539-10.257,0.00195313 0.000976563,5.125-0.00109863,15.3828 0.00012207,5.12598 0.000976563,-0.000976563 5.12695,15.3818-10.255,0 5.12708,-25.6338 0,5.125 0.000854492,41.0176-5.12878,-0.000976563-0.00012207,-20.5068-10.2571,-0.000976563 15.3851,5.12598-10.256,5.12793-5.12817,0.000976563 20.5122,-5.12598 0.000854492,-0.00390625-10.257,-10.25-10.257,-15.3838 10.257,5.12695 25.642,20.5098-15.3849,-15.3828-30.7711,-15.3789 30.7711,-10.2539 5.12793,-10.2578 0,-5.12305 0,15.3809 5.12793,-15.3828 30.7711,-20.5098 30.7689,-30.7578-25.642,-20.5098 20.514,5.12695-15.3851,-10.2559 0.00012207,-5.125 0,10.2539 5.12793,-20.5078 5.12903,-10.2559 10.2561,0.00195313-10.2571,-0.00195313 5.12891,-25.6328 0.00012207,-0.00195313 5.12793,30.7617-10.256,-5.125-5.12903,-15.3809 41.0271,-0.000976563 10.2559,-10.2539-20.5127,-5.12793-15.3843,15.3828 30.769,15.3799 5.12793,0.000976563-15.385,-10.2568 5.12915,-20.5049 0,0 0,15.3789-0.0012207,15.3809 0.0012207,10.2559 5.12793,10.2539-5.12793,10.252-30.77,-5.125-15.386,-10.2539 20.5149,30.7607-107.696,20.5098 0.0012207,5.12598-15.3862,5.12793-20.5129,5.12402-10.2559,0.00390625-10.2571,-15.3828 5.12793,10.2549 0,5.125 0.000244141,-20.5068 5.12866,5.12793-10.2568,-10.2559-25.6418,-10.2539 0.000732422,10.2568 10.2561,10.25-10.2571,-15.3779-30.7698,-5.12793 15.3857,-0.000976563 10.2561,5.12891 0.00012207,-0.00195313-10.2572,-5.125 5.12915,5.125 15.3839,0-10.256,0.00195313 0,-5.12891 15.385,0.00195313 25.642,5.125 5.12793,5.12793-10.257,5.12695 5.12903,5.12695 25.641,5.12793 5.12799,-10.2549 0.0010376,10.2529 10.256,5.12891 0,25.6348 5.12799,5.12598 51.284,-20.5088 30.77,-5.12402-0.00100708,5.12402 20.514,0.00195313 10.256,5.12598 35.899,-5.12695 5.12799,10.2549 30.77,15.3809 10.257,-0.000976563 10.256,-5.12598-10.2559,15.3809 10.2559,-5.12793 10.2571,-15.3809-20.514,5.12988-25.641,5.12402 20.5129,-0.000976563-5.12695,0.00292969-41.0281,-0.00195313-5.12793,10.2549-5.12793,10.2539-15.385,-15.3799 0,-10.2568 10.2559,5.12793-15.3848,-5.12598-5.1272,-15.3818-25.6431,20.5098 15.3862,-0.00195313-0.0012207,-20.5078-5.12793,-30.7617-5.12793,-56.3965 15.385,-20.5098-41.0271,25.6387-15.3838,-5.13184-20.5142,-10.25-5.12915,-30.7656-10.2546,-5.12598-0.0012207,25.6367-15.385,-0.000976563-5.12793,-30.7627-5.12915,-15.3799-15.3838,5.12695 5.12695,10.2529-10.2551,0.00195313-20.5139,-15.3838-0.000976563,-5.12598 20.5149,0.000976563-0.000976563,15.3809-15.385,5.12598-5.12793,-15.3799 15.385,-5.12891-5.12891,20.5107 0.000854492,15.3799 10.256,15.3799 10.2571,0.00195313 0,-5.12793-15.3851,0-0.000854492,30.7617 25.6429,20.5078-5.12903,0.000976563 10.1991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6041" units="1/cm"/>
          <inkml:channelProperty channel="Y" name="resolution" value="28.36041" units="1/cm"/>
        </inkml:channelProperties>
      </inkml:inkSource>
      <inkml:timestamp xml:id="ts0" timeString="2023-12-06T10:30:51"/>
    </inkml:context>
    <inkml:brush xml:id="br1">
      <inkml:brushProperty name="width" value="0.15875" units="cm"/>
      <inkml:brushProperty name="height" value="0.3175" units="cm"/>
      <inkml:brushProperty name="color" value="#65ff65"/>
      <inkml:brushProperty name="tip" value="rectangle"/>
      <inkml:brushProperty name="rasterOp" value="maskPen"/>
      <inkml:brushProperty name="fitToCurve" value="1"/>
    </inkml:brush>
  </inkml:definitions>
  <inkml:trace contextRef="#ctx0" brushRef="#br1">14928.9 635.912,'56.3965'-41.027,"-10.252"10.257,25.6338 5.12903,-5.12695 15.384,-25.6348 10.257,5.125 0,-5.125 0,20.5078 25.642,-15.3809-20.514,-5.12695-5.12799,-0.00195313 15.385,15.3838-5.12903,5.12598-10.256,-0.000976563 5.12903,0.000976563-0.0010376,5.12695-5.12799,0 5.12799,-10.2549-5.12799,-5.12695-10.256,0.00195313 5.12695,5.125 5.12903,0-5.12799,-5.125-15.385,5.125 15.385,0 10.256,-15.3799-10.256,25.6348-0.0010376,-15.3818-15.384,0.00195313 10.256,-102.543 71.7969,-20.5059 10.257,20.5068-25.643,5.12793-10.255,-5.12793 5.12701,-5.12598 15.386,-20.5078-0.00109863,5.125-10.2559,10.2539 25.642,-5.12598-0.000976563,-25.6348 20.5139,-5.12695-5.12891,5.12695-30.769,10.2549-0.000976563,5.125 5.12903,5.12793-5.12805,20.5088-15.386,5.12598-10.256,-5.12598 0,-15.3818 10.257,25.6348-25.642,0-5.12903,0.00195313 0.000976563,46.1416-71.797,20.5088 20.514,5.125-0.000976563,5.12695-10.256,0.00390625 0,5.12305-5.12903,-10.2529 5.12891,0.00195313-5.12891,5.12402 0.000976563,-15.3789-5.12891,5.12598-0.00012207,0 5.12903,-5.12695-0.000976563,0.000976563 10.257,5.12598-35.8979,0 10.257,0.00195313 5.12701,-10.2568 10.258,0.00195313 15.384,-15.3818-10.256,15.3809 5.12805,25.6357 41.0269,-0.00195313 30.77,10.2559 10.256,15.3809 25.642,-10.2539 15.384,-25.6357-30.769,0-6.10352e-05,-5.12695-5.12793,0.00292969-0.0010376,5.12305 5.12897,5.12891 5.12903,-0.000976563-0.000976563,-0.000976563-6.10352e-05,10.2568 10.2571,-0.000976563 5.12793,-10.2539-10.257,-0.00195313-15.384,-5.125 15.384,-5.12793-5.12695,20.5078 15.3839,-30.7607 5.12805,-30.7637-30.769,-30.7607-15.386,-25.6357-41.025,15.3818-0.000976563,-5.12793-15.3849,5.12598-0.00012207,-5.125-5.12805,5.12695-5.12891,-0.000976563-5.12805,5.12695 5.12805,-10.2539-20.512,-5.12695-10.2581,5.12793-5.12805,-0.000976563 0.00109863,0-15.3861,0.000976563 10.2571,10.252 10.256,-5.125 0.000976563,0-20.514,5.125 0,10.2568 25.642,-0.00195313 10.257,-20.5068-15.386,20.5059 51.284,0.000976563 76.787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6041" units="1/cm"/>
          <inkml:channelProperty channel="Y" name="resolution" value="28.36041" units="1/cm"/>
        </inkml:channelProperties>
      </inkml:inkSource>
      <inkml:timestamp xml:id="ts0" timeString="2023-12-06T10:30:51"/>
    </inkml:context>
    <inkml:brush xml:id="br1">
      <inkml:brushProperty name="width" value="0.15875" units="cm"/>
      <inkml:brushProperty name="height" value="0.3175" units="cm"/>
      <inkml:brushProperty name="color" value="#65ff65"/>
      <inkml:brushProperty name="tip" value="rectangle"/>
      <inkml:brushProperty name="rasterOp" value="maskPen"/>
      <inkml:brushProperty name="fitToCurve" value="1"/>
    </inkml:brush>
  </inkml:definitions>
  <inkml:trace contextRef="#ctx0" brushRef="#br1">3844.26 9574.57,'-5.12695'41.0264,"-10.2529"10.2568,-5.12915 20.5137,15.3821-20.5146,-5.1272 10.2578,0.000244141 0,5.12695 10.2568,-5.1272-5.12988,5.1272-15.3828,0-5.12891,-5.12695 5.12695,-5.1272 5.12891,0 5.12988,15.3811 5.12695,-5.12695 15.3848,0-5.12793,0-5.12793,-5.1272-10.2568,0.000244141 10.2559,-5.1272 10.2568,-10.2539 0,20.5071-5.12695,-5.125 15.3838,-0.000976563-15.3857,-5.1272-30.7676,0 5.12695,5.1272 25.6406,-0.0012207 5.12988,0.00219727-15.3857,5.125 10.2568,0.00195313-10.2568,-0.00195313-15.3848,0.000732422-5.12793,-5.12671 41.0264,5.12695-30.7705,5.12695-10.2559,0 0,5.12695 10.2559,5.12695-5.12695,5.1272-5.13086,-10.2532 5.13086,-0.00195313 10.2549,10.2561-15.3838,-10.2561 0,5.12793-0.000976563,0.0012207 0.000976563,-5.12915 5.12793,0.00195313 5.12695,5.12622 10.2588,-5.1272-20.5137,-5.12695-5.12793,10.2529 5.12695,-5.125-5.12793,5.12622 10.2568,5.12671-5.12891,-5.12671 5.12891,15.3809 5.12891,-10.2542-0.000976563,30.7622 5.12988,-30.762-10.2588,15.3809 0.000976563,-10.2529-5.12793,15.3799 5.12793,10.2542 0,-0.000244141-10.2568,-5.12671-20.5137,25.635 0.000976563,-0.000244141 0,-25.6348-20.5137,5.12793 5.12793,-5.12842 5.12891,0.000488281-0.000976563,0 10.2578,25.6348 10.2559,5.12842 5.12891,-5.12842-10.2559,-20.5078-10.2588,20.5078 0.00292969,0-0.00390625,-20.5078 0.00292969,5.12695-5.12988,0.000976563 0.00195313,5.12598-5.12891,-15.3799 5.12695,5.12598-10.2559,20.5078 10.2568,-5.12695-5.12793,0-5.12891,10.2544 0,-5.12646 5.12695,-0.000976563-5.12695,-10.2539 5.12891,-15.3809 0,15.3809-5.12891,15.3809 5.12695,0.00146484 0.00195313,10.2524-5.12891,5.12744 5.12891,-15.3804-5.12891,-25.6357-5.12891,10.2539 5.12891,15.3813 0,10.2534-5.12891,-5.12549 0.00195313,5.12549-0.00195313,0.000488281 0,-15.3804 0.00195313,-10.2559-0.00195313,0.00195313 5.12891,30.7612-15.3857,5.12793 5.12988,-5.12842 5.12695,-15.3804 0,-0.000488281 10.2578,0.000976563-10.2578,5.12646-5.12695,10.2534 10.2559,15.3823 5.12891,-10.2549-0.00195313,-25.6353-5.12695,0.00146484 5.12891,10.2515-5.12891,5.12939-5.12891,5.12549 0.00195313,0.000488281 5.12695,-5.12744 0,-10.2524-10.2568,-10.2554 5.12793,0.000488281 5.12891,25.6348-10.2559,10.2539 10.2559,-15.3809 0,-5.12695-5.12891,-10.2539 0.00195313,-5.12695-0.00390625,10.2539 0.00390625,10.2539-5.12891,20.5088 5.12695,-10.2559 0.000976563,-25.6338-5.12988,0 10.2578,-5.12695 0,20.5078-5.12891,5.12695 0.00195313,-5.12793 5.12695,-5.125 5.12695,-0.000976563-15.3828,-20.5068-0.000976563,-0.00292969 5.12891,25.6367 5.12793,10.2549 0,-15.3818 0,-5.12695-5.12793,0-0.000976563,-10.2549 5.12891,-5.12598 5.12891,5.12695-10.2578,30.7627-5.12793,-5.12793 10.2568,-20.5088 0,0.000976563 5.12891,-5.12695 5.12793,0-20.5137,-5.12793 5.12793,5.12793 5.12891,15.3809 0,0 0,-10.2549 5.12891,-10.252-5.12891,5.12598-5.12891,-5.12793 0.000976563,-10.2529 5.12793,10.2539-5.12793,20.5068-5.12793,0.000976563-0.00195313,-15.3809 15.3857,5.12793-5.12793,-5.12891 0,-5.12695-5.12793,-10.252 0,-5.12891 10.2559,10.2539-5.12793,10.2559-5.12793,-0.000976563 5.12793,-5.12793 0,0.000976563 0,-5.12695-5.12891,20.5068 15.3857,-30.7617-10.2568,5.12891 0,-0.00292969 5.12793,-5.12402 0.00195313,15.3789-10.2598,0.000976563-5.12598,-5.12695 5.12695,-0.000976563 0.000976563,0.00195313-0.000976563,15.3789 0.000976563,-5.12695-20.5137,0.000976563 20.5137,5.12695-5.12891,-25.6348 0,-0.000976563 5.12793,35.8896 0.000976563,-35.8887-5.12793,15.3799 5.12695,15.3818-5.12793,-20.5078-10.2568,5.12695-5.12695,-10.2549 5.12695,35.8896-15.3848,-41.0156 15.3857,0 5.12793,5.12695 5.12793,-5.12891-10.2568,20.5117-20.5137,-0.00292969 0.00195313,-20.5088 15.3838,0.00195313-25.6416,20.5078-15.3848,-10.2549 15.3848,25.6367-25.6426,-35.8906 35.8994,5.12695 0,-10.2529 0,0.000976563-15.3857,5.12402 0.000976563,-5.125-0.000976563,-5.12793-5.12695,5.12793-20.5137,-5.12793 5.12695,5.12793 5.13086,-0.000976563 5.125,10.2539-10.2549,0.000976563 0.000976563,-5.12695 5.12695,10.2529-10.2568,0.00195313-10.2549,-10.2568 10.2559,-5.125 15.3838,-0.000976563-5.12695,-5.12695-15.3848,5.12793-0.00195313,-10.2549 10.2568,0.00195313 5.13086,-0.00390625 5.12598,0.00390625-5.12695,-5.12891 20.5127,-10.2539-0.000976563,15.3809-10.2549,10.2549 5.12793,-20.5078 5.12793,-10.2549 0,5.12598-0.000976563,0.00195313 5.12891,10.252-30.7686,-20.5068 35.8975,0-10.2568,5.12793 10.2568,-5.12793-35.8994,5.12695 30.7705,-5.12695 5.12988,-10.2549-0.00195313,15.3828-5.12793,-5.12793-15.3838,-20.5098 15.3848,10.2568-10.2578,-5.12695 5.12891,-10.2568 5.12891,0.00195313 5.12695,5.12793-5.12695,-25.6367-5.12891,5.12695 10.2559,5.12695 0.000976563,-10.2529 0,-5.12793 5.12793,10.2549 5.12793,-5.12793 5.12988,-15.3799-0.00195313,-10.2559 0.00195313,5.12793-0.00195313,5.12793-10.2549,-0.000976563 20.5117,0.000976563-10.2559,-0.000976563 0,-5.12695-15.3848,-10.2549-5.12793,25.6357 15.3838,5.12793 5.12891,-25.6357-5.12793,30.7617 10.2559,0.00195313 0.000976563,-30.7646-15.3867,30.7637 20.5156,0-0.000976563,-5.12793 5.12793,-15.3809-0.000976563,5.12793-5.12598,-5.12891 5.12695,5.12891 0.000976563,5.12695 5.12695,5.125-10.2568,0.00195313 5.12988,-5.12695 5.12793,-5.12891 0,-10.252-0.00195313,-0.000976563 0.00195313,-5.12695 5.12793,0-5.12793,10.2539-0.000976563,10.2539 0.000976563,5.12793 10.2559,-25.6357 0.000976563,-10.2539-5.12891,0 5.12793,5.12695-5.12793,-5.12793 0,10.2549 10.2578,10.2549 5.12598,0-10.2559,-25.6367-5.12793,-10.2529 10.2568,10.2539-5.12793,15.3809-5.12891,5.12695 10.2568,-5.12695 0,-5.12695-10.2568,-5.12695 10.2559,-20.5078 0,10.2529-5.12598,25.6367 5.12695,-0.000976563-5.12891,-10.2539 5.12891,-15.3809-0.000976563,5.12598 0,0.00195313 0.00195313,-0.00195313-0.000976563,5.12793-0.000976563,10.2529-10.2559,-5.125 5.12891,-25.6357-5.12891,10.2539 0,20.5068 5.12793,-5.125 5.12793,-0.000976563-5.12695,0 0,-5.12695-5.12891,-5.12598 0,-5.12988 5.12891,5.12891-0.000976563,30.7617 0,0.000976563-10.2559,-30.7627 15.3838,-5.12695-5.12793,15.3809-10.2559,-5.12695 5.12793,10.2539 5.12793,5.12793 0.00195313,-0.00195313-5.12988,0.000976563-5.12988,-20.5088 5.12988,-10.252 0,20.5059 0,10.2559 5.12988,-5.12891-10.2598,-5.125 5.12988,-0.000976563 5.12988,-10.2549-5.12988,-5.12598 5.12793,0-5.12793,35.8892 0,-10.2539 10.2559,-15.3823-10.2559,0.00146484 5.12891,5.12646 5.12793,0.000488281-5.12891,5.12695 0,5.12549-5.12793,5.12842 10.2578,5.12598 5.12598,-25.6338-5.12695,-5.12646-0.000976563,5.125-10.2559,10.2544 10.2578,5.12891-5.12988,10.2529-5.12793,0 10.2568,-5.12793-5.12891,-20.5073-5.12793,-10.2549 5.12891,15.3823-5.12891,15.3809 0,-5.12842 5.12793,5.12842 5.12988,5.12695-10.2578,-5.12695 5.12793,-15.3809 5.12793,-0.00146484-5.12793,10.2554 0.000976563,0-5.12891,5.12646 5.12793,5.12646 0.000976563,5.12793-0.000976563,5.12695-5.12793,-15.3809 5.12793,-15.3809 5.12988,20.5078-5.12988,5.12598-5.12793,0.000976563 0,5.12793 0,5.125 0,0.000976563 0,-5.12646 5.12793,-10.2544 0,10.2529-10.2559,-5.12598 5.12793,-10.2544 0,5.12744-5.12793,10.2544 5.12793,5.12646 5.12793,-25.6357-5.12793,5.12744 0,-10.2534-15.3838,0 20.5117,30.7607 0,-15.3799-15.3838,-15.3813 15.3838,10.2534-15.3857,10.2549-10.2549,10.2544 15.3838,-0.000488281 0.000976563,0-10.2559,0 5.12598,-30.7617 10.2578,5.12598 5.12988,5.12769-10.2598,0.000244141 25.6436,10.2539-5.12891,-5.12695 5.12793,-0.000244141 15.3857,15.3804-10.2559,-5.12622-0.000976563,0-15.3848,-20.5078-5.44629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6041" units="1/cm"/>
          <inkml:channelProperty channel="Y" name="resolution" value="28.36041" units="1/cm"/>
        </inkml:channelProperties>
      </inkml:inkSource>
      <inkml:timestamp xml:id="ts0" timeString="2023-12-06T10:30:51"/>
    </inkml:context>
    <inkml:brush xml:id="br1">
      <inkml:brushProperty name="width" value="0.15875" units="cm"/>
      <inkml:brushProperty name="height" value="0.3175" units="cm"/>
      <inkml:brushProperty name="color" value="#65ff65"/>
      <inkml:brushProperty name="tip" value="rectangle"/>
      <inkml:brushProperty name="rasterOp" value="maskPen"/>
      <inkml:brushProperty name="fitToCurve" value="1"/>
    </inkml:brush>
  </inkml:definitions>
  <inkml:trace contextRef="#ctx0" brushRef="#br1">3726.34 3000.07,'56.397'35.8982,"-10.2539"-5.1272,-5.12622-5.13013,15.3804-5.12793,5.12671-15.3838,10.2542 5.12671,-0.000244141 0.0012207,0.000976563 0,-0.000488281-15.3862,-15.3813 10.2583,-5.12695-0.0012207,-10.2539 0,-0.000488281 5.12915,-97.4116 10.2559,-0.00195313-10.2559,0.000976563-15.385,-10.2539 10.2559,5.12598-10.2559,20.5088-0.0012207,-25.6348 20.5142,20.5078-15.385,-15.3811 5.12793,-5.12671 10.2571,15.3799 10.2571,10.2549-5.12915,-5.12671 5.12915,5.12671 10.2559,92.2861-35.8979,5.12695-25.6409,15.3821 30.7688,-30.7629-5.12793,20.5078 5.12793,-20.5081 0,25.6353 20.5142,-10.2544 0,-5.12573-15.3862,-5.12793 10.2573,0 0.000732422,-35.8892-66.6689,-41.0156 5.12915,-10.2554 35.8967,-20.5059-15.3838,-10.2559 25.6409,-5.12646 0,35.8894-10.2559,-20.5083 25.6421,15.3801-0.0012207,0.0012207-10.2571,-0.000244141 5.12915,0-25.6409,102.54 15.3838,-15.3809-10.2559,25.636-0.0012207,-25.6362 5.12915,0.000244141-10.2559,5.12671-5.12915,0.000244141 5.12793,-5.12695-5.12793,5.12793-10.2559,-5.12842 5.12671,0.000488281 0.0012207,15.3809-10.2571,-10.2539 5.12915,10.2539-25.6433,-5.12695 20.5142,-5.12695-25.6409,-20.5068 5.12793,-35.8906-0.000976563,-25.6343 10.2578,-10.2544 5.12817,-10.2549 10.2559,0.000976563 25.6421,15.3809-5.12793,-25.6348 10.2559,15.3809 5.12915,10.2539-0.0012207,-20.5088 10.2573,0.000732422 10.2578,15.3811-5.13013,5.1272 5.12915,82.0317-35.8979,5.1272 20.5129,-5.12695 10.2559,15.3809 10.2583,5.1272-0.0012207,10.2546 0,-10.2549-15.385,0-5.12793,-15.3809-10.2568,5.12695-20.5122,-10.2529 5.12695,-0.000976563-5.12793,-92.2861 10.2571,-10.2549-5.12915,20.5088 5.12915,-46.1431-10.2571,35.8882 5.12793,0.000976563 0.0012207,5.12695 5.12671,5.12744 0.0012207,-5.12769 0,-25.6345-5.12915,15.3809 5.12817,15.3809 0.000732422,-0.000976563 10.2563,97.4153 15.3857,25.6338-20.5139,-30.762-5.12793,5.12695-5.12915,-0.000244141-5.12793,0.0012207 0,-0.000488281 0,-10.2549 9.44604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6041" units="1/cm"/>
          <inkml:channelProperty channel="Y" name="resolution" value="28.36041" units="1/cm"/>
        </inkml:channelProperties>
      </inkml:inkSource>
      <inkml:timestamp xml:id="ts0" timeString="2023-12-06T10:30:51"/>
    </inkml:context>
    <inkml:brush xml:id="br1">
      <inkml:brushProperty name="width" value="0.15875" units="cm"/>
      <inkml:brushProperty name="height" value="0.3175" units="cm"/>
      <inkml:brushProperty name="color" value="#65ff65"/>
      <inkml:brushProperty name="tip" value="rectangle"/>
      <inkml:brushProperty name="rasterOp" value="maskPen"/>
      <inkml:brushProperty name="fitToCurve" value="1"/>
    </inkml:brush>
  </inkml:definitions>
  <inkml:trace contextRef="#ctx0" brushRef="#br1">12124.4 8697.63,'25.6338'41.0264,"30.7646"-35.8975,5.12598-0.000976563,-10.2559 0.000976563,5.12988 15.3828,20.5068 0.00292969,5.12695 10.2549,-41.0166-15.3848,5.12891-10.2559,-5.12988-0.000976563,41.0176 15.3857,-41.0146-15.3857,20.5059 15.3857,-20.5078-15.3857,0.000976563-10.2559,-0.000976563 5.12793,20.5098 0,5.125 5.12793,-15.3799 5.12793,-0.000976563-10.2559,5.12793 0,-5.12695-5.12793,-10.2539 0,-0.000976563 20.5137,15.3809-10.2578,5.12891-5.12793,-0.00195313 10.2559,-5.12695-5.12695,15.3828 0,-5.12793-5.12891,-20.5068 10.2559,-0.00390625-10.2559,5.13086-5.12793,5.125 10.2559,0.000976563 5.12891,5.12793-10.2568,15.3789 0,-5.12598 5.12793,-15.3818-10.2559,-5.12695 5.12793,10.2568 0,-5.12988 0,-5.12695 5.12793,5.12891-5.12793,15.3779 0,10.2568 0,-15.3818 0,-15.3818 0,5.12891 5.12891,-0.00195313-5.12891,-5.12695-5.12891,5.12891 10.2578,15.3789-0.000976563,5.12793-5.12793,-20.5078 0,-0.000976563 5.12793,0.00195313-5.12793,-0.00195313 0,-5.12695 0,-5.12598 5.12891,25.6357-5.12891,5.12598 0,-10.2559 5.12793,0.00195313-5.12793,-5.125 0,-5.12891-5.12793,-15.3838-0.000976563,0.00292969 5.12891,10.2549-5.12793,10.252 0,-10.2539 10.2559,0.00195313-15.3848,10.252 20.5137,-10.2539 5.12793,30.7646-10.2559,-41.0205-5.12891,35.8926 0,5.125 15.3848,-41.0137 15.3848,5.125-30.7695,10.2539 0,0.00195313 10.2578,-10.2559-10.2578,-5.125 5.12793,41.0137 0,-15.3809-5.12793,0.00195313-5.12793,-20.5098-5.12988,0 10.2578,-5.125 5.12988,5.125-0.00195313,5.12695-10.2559,20.5098 15.3838,-5.12891-10.2559,-5.12695 10.2559,-5.125 0.000976563,0 5.12891,-15.3848-10.2578,0.00390625-5.12793,30.7617 15.3848,-25.6387-15.3848,0.00390625 0,20.5059-5.12793,-15.3809 0,-5.125-0.000976563,5.12695-5.12695,-10.2559-0.00195313,15.3809 10.2578,-5.12695 0,-5.125 0,5.12305 15.3857,-10.248-5.12891,-0.00390625-5.12891,0.00195313-10.2559,-10.2578-35.8994,-15.3809 0.000976563,-10.25-15.9453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6041" units="1/cm"/>
          <inkml:channelProperty channel="Y" name="resolution" value="28.36041" units="1/cm"/>
        </inkml:channelProperties>
      </inkml:inkSource>
      <inkml:timestamp xml:id="ts0" timeString="2023-12-06T10:30:51"/>
    </inkml:context>
    <inkml:brush xml:id="br1">
      <inkml:brushProperty name="width" value="0.15875" units="cm"/>
      <inkml:brushProperty name="height" value="0.3175" units="cm"/>
      <inkml:brushProperty name="color" value="#65ff65"/>
      <inkml:brushProperty name="tip" value="rectangle"/>
      <inkml:brushProperty name="rasterOp" value="maskPen"/>
      <inkml:brushProperty name="fitToCurve" value="1"/>
    </inkml:brush>
  </inkml:definitions>
  <inkml:trace contextRef="#ctx0" brushRef="#br1">14175.2 10343.8,'51.2715'10.2559,"-5.12988"-10.2559,10.2568-5.12793,-0.000976563 5.12793,15.3809-10.2568,10.2529 0,10.2568 5.12891,5.125-5.12891,5.12598 0,0.000976563 5.12891,-15.3789 0,10.252 0,20.5078-5.12988,-5.12598 0.00195313,-35.8906-5.12988,0.000976563 5.12988,30.7637-5.12988,20.5039 5.12988,-41.0137-5.12988,-5.12598 5.12891,5.12695 0.000976563,-5.12891-0.000976563,-5.125 0,5.125 5.12891,0.00195313 0,-10.2539-5.12988,-25.6367 5.12988,0 0,-5.12695-20.5137,20.5098 41.0264,-10.2559 10.2559,-51.2695 15.3867,-41.0156 56.4102,20.5059-20.5127,-15.3789 5.12891,-10.2539 10.2568,-5.12891-5.12988,0.00390625-5.12695,-25.6396 25.6406,-15.3779 5.12891,10.252-10.2568,15.3818-0.000976563,0 10.2578,-5.12598-5.12793,-5.12793-15.3857,0.000976563 0,-25.6367 20.5137,-5.12695-10.2568,46.1445-20.5137,-0.000976563 0.000976563,-5.12695 10.2559,-10.2539-20.5127,-0.000976563-10.2578,0-5.12793,5.12988-10.2559,-0.00195313 5.12793,25.6357-15.3848,-30.7637 15.3848,35.8896-35.8975,0-10.2578,-5.125-5.12793,-0.00195313-25.6416,0-10.2578,5.12793-5.12695,10.2539-5.12793,-0.000976563-30.7705,0.000976563-15.3848,20.5068-10.2578,-5.12695-15.3828,10.2549-15.3867,0.000976563-5.12695,10.252 5.12695,0.000976563 5.12891,0.000976563-20.5137,-0.000976563 0.000976563,15.3809 10.2568,5.12793 10.2549,5.12695-5.12695,10.2539-5.12891,-0.00195313 30.7705,-5.125-0.000976563,5.12598 0.000976563,0.000976563 10.2568,-5.12891 20.5117,-10.251-5.12695,5.125 5.12793,0.000976563 15.3848,-10.2559 15.3848,20.5098-5.12793,10.2529 46.1553,-5.12598 56.4111,-20.5088 0,0.00195313 20.5127,5.12402 15.3867,0.00292969 20.5117,5.125-5.12891,5.12695 5.12988,-5.12695 41.0264,10.2549-5.12891,-5.12695-30.7695,-5.12891-5.12891,5.12891 20.5146,-5.12695 5.12695,10.2539-20.5127,5.12598-15.3857,10.2549 10.2578,-0.000976563-5.12891,-10.252-15.3857,-10.2568 0.000976563,5.12988-5.12891,-0.00292969-5.12793,-15.3779-15.3848,-5.12891-10.2568,10.2549 5.12891,-0.000976563-5.12891,-5.12598-10.2568,-0.000976563 0,41.0166 15.3848,-10.2539-20.5127,-107.668-20.5137,-0.000976563-30.7695,-15.3789-15.3857,-10.2539-5.12695,-25.6377-10.2578,-15.3779-10.2559,-20.5098-10.2578,10.2549 0.000976563,10.252-5.12695,0.000976563-10.2588,-5.12598 5.12891,-5.12695-0.000976563,15.3818-30.7686,-0.00195313-5.12793,-5.12695 25.6406,-5.12598-5.12793,5.12598-20.5146,20.5088 15.3867,20.5078 15.3838,-5.12793 0.00195313,5.12891 25.6396,-10.2549-5.12793,20.5078 0,15.3818 5.12793,-5.12793-5.12695,15.3828 0,20.5059 20.5117,-5.12793-0.949219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6041" units="1/cm"/>
          <inkml:channelProperty channel="Y" name="resolution" value="28.36041" units="1/cm"/>
        </inkml:channelProperties>
      </inkml:inkSource>
      <inkml:timestamp xml:id="ts0" timeString="2023-12-06T10:30:51"/>
    </inkml:context>
    <inkml:brush xml:id="br1">
      <inkml:brushProperty name="width" value="0.15875" units="cm"/>
      <inkml:brushProperty name="height" value="0.3175" units="cm"/>
      <inkml:brushProperty name="color" value="#65ff65"/>
      <inkml:brushProperty name="tip" value="rectangle"/>
      <inkml:brushProperty name="rasterOp" value="maskPen"/>
      <inkml:brushProperty name="fitToCurve" value="1"/>
    </inkml:brush>
  </inkml:definitions>
  <inkml:trace contextRef="#ctx0" brushRef="#br1">5320.85 9061.74,'-10.2544'61.5391,"10.2544"-20.5117,-10.2539 5.12695,5.12695 5.12891,0-10.2559,5.12695 10.2549,-15.3809 5.13086,-0.000488281-15.3877,5.12744 0.00195313,-10.2539-0.00195313,10.2539 5.12988,25.6348 5.12793,25.6353-35.8984,15.3818 0.000976563,-10.2549-5.12988,-5.12744-5.12793,5.12744-5.12793,15.3809 5.12793,-20.5078-5.12793,0 0,0.000976563 0,5.12598 0,5.12695 0,-10.2544 0,0.000488281 0,0.000976563 0,-0.000976563 5.12988,0-0.00195313,-0.000488281 0,5.12744 0,5.12695 5.12988,0-5.12988,5.12695 5.12793,0.000976563 5.12988,-5.12793 5.12695,-10.2539-10.2559,5.12695 0,5.12695 5.12793,-5.12598 5.12988,-0.000976563-5.13086,-0.000488281 0.000976563,25.6357-5.12793,10.2534 10.2568,-20.5068-5.12988,-0.000488281-10.2549,5.12646-0.000976563,-5.12695 0.000976563,-5.12598 5.12793,5.12598-5.12891,30.7622 0.000976563,0.000976563 5.12598,-25.6362-5.12598,5.12695 5.12891,-5.12646-25.6445,-0.000488281 30.7734,-5.12695 20.5107,15.3809-25.6406,15.3823 0,-5.12793-15.3857,-20.5083 5.12891,-5.12598 10.2578,25.6343-5.12988,5.12695 5.12793,5.12744-5.12695,-5.12744-10.2578,0 0.000976563,-5.12695 15.3848,-15.3799-10.2568,15.3789-10.2568,30.7637 5.12891,-15.3809-5.12891,-30.7637-5.12891,5.12793 5.12988,15.3809 5.12793,10.2549-5.12891,-5.12793 5.12891,-10.2539-0.000976563,5.12695 0.000976563,-5.12695 5.12793,-10.2539 0,5.12695 0,20.5078 0,-5.125 0,-30.7646 5.12793,0.000976563 0.000976563,10.2529-10.2578,5.12793 0.000976563,10.2549 5.12793,-0.000976563 5.12793,-5.12695 0.000976563,-10.2539-10.2578,-15.3809-5.12793,10.2539 10.2568,15.3809 0,5.12793 0,-20.5098-5.12891,-10.2539-10.2549,5.12891 5.12695,-0.000976563 10.2568,0 0,-0.000976563 0,10.2559 0,-0.00195313 0,-20.5068 10.2568,5.12695-10.2568,-5.12793 5.12793,-5.125-0.000976563,-5.12891-10.2539,10.2549-5.12988,20.5068 20.5137,-5.12598-10.2568,-20.5078-10.2568,-5.12695 10.2568,15.3809-10.2568,0-10.2568,-15.3818 15.3857,5.12695-15.3857,5.12793-5.12793,10.2539 25.6416,-5.12695-5.12793,-5.12695-25.6416,-10.2539 5.12793,10.2529 20.5127,-10.2529 10.2578,30.7617-25.6426,-15.3818 5.12891,5.12793 5.12891,-25.6348-5.12988,20.5078-10.2559,5.12695 0,-5.12793 5.12793,-10.2529-10.2559,10.2539-0.000976563,-20.5088-5.12695,-61.5234-20.5146,5.12695 10.2578,-10.2549 5.12891,-10.252-0.00195313,-5.12891 15.3848,-5.12695 10.2588,-5.12695 5.12598,0.000976563-5.12598,-5.12793 10.2549,5.12695-5.12793,10.2549 0.000976563,-10.2549-10.2578,-5.12598 10.2568,10.2529-0.000976563,-10.2539-5.12598,15.3818-0.000976563,-25.6357 5.12793,0 10.2568,5.12695-5.12891,15.3818 0,-0.000976563 5.12891,5.12793 0,-10.2549-10.2559,10.2539 0,-20.5078-5.12891,15.3809 5.12793,-5.12598-5.12891,-5.12695 5.12988,-5.12891-5.12891,10.2559 15.3848,-5.12793-10.2578,-10.2539 0.000976563,20.5088 10.2568,-25.6357-5.12793,30.7617 5.12793,0.000976563 0,-10.2539 0,-0.00195313-5.12793,10.2559 0,-5.12793 5.12793,0.000976563 0,5.12695 5.12793,-25.6367 0,25.6367-5.12793,-5.12793 0,5.12793 5.12793,-0.000976563 0.000976563,-10.2529-0.000976563,-5.12793-5.12793,5.12695 0,5.12695 0,-5.12598 0,5.12598 0,5.12793 0,-41.0166 5.12891,35.8887-10.2578,-5.12598 5.12891,-0.00195313 0,-10.2529 0,5.12891-5.12793,-0.00195313 5.12793,10.2539 0,-5.12598 0,-0.00195313-5.12891,10.2559 0.000976563,-51.2705 15.3848,30.7617-15.3857,0.000976563 5.12891,5.125 0,-5.12598 0,5.12891 0,15.3779 5.12891,0.00195313-0.000976563,-0.000976563 0.000976563,-15.3799-5.12891,-5.12793-10.2568,10.2539 0,-15.3809 15.3848,5.12793-5.12793,10.2529-5.12793,5.12695-5.12793,-5.12598 5.12793,5.12598 5.12793,-25.6348-5.12988,10.2549 0.00195313,-0.000976563-5.12891,0 5.12891,10.2539 0,-10.2539-0.000976563,5.12793 10.2578,15.3799-5.12891,0.000976563 0,-5.12793 0,-5.12598 0,-5.12891 0,0.000976563-5.12891,-15.3799 0.000976563,-0.000976563 10.2559,15.3809 0.000976563,0.000488281 10.2559,0-10.2568,5.12695 0,-5.12793 5.12988,0.00195313-5.12988,-10.2559 0,0.000488281-5.12793,10.2534 5.12793,0.000976563 0.000976563,10.2539-0.000976563,-5.12695-5.12793,10.2554-10.2568,-51.2725 5.12891,35.8892 0,10.2549 0,-15.3809 10.2559,-0.000976563-10.2559,5.12744 0,10.2559-5.12988,-30.7646 0.000976563,30.7632 10.2568,5.12744-5.12793,-0.000488281 5.12793,-15.3809-5.12793,-5.12695-0.000976563,-5.12842 5.12891,10.2554 0,5.12695-5.12793,-5.12793 5.12793,15.3818 5.12793,0.000488281-10.2559,-15.3813 10.2559,-0.000488281 10.2568,5.12793-15.3848,-0.00146484-5.12793,-10.2534 5.12793,0.000488281 10.2568,10.2539-10.2568,0-10.2568,10.2544 10.2568,-0.000488281 5.12793,0 0.000976563,-0.000976563-5.12891,-10.2529 5.12793,0-10.2559,-35.8887 10.2559,41.0146 0,5.12793 0.00195313,-10.2529-0.00195313,-5.12891-5.12793,10.2549 25.6406,5.12695-0.0234375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6041" units="1/cm"/>
          <inkml:channelProperty channel="Y" name="resolution" value="28.36041" units="1/cm"/>
        </inkml:channelProperties>
      </inkml:inkSource>
      <inkml:timestamp xml:id="ts0" timeString="2023-12-06T10:30:51"/>
    </inkml:context>
    <inkml:brush xml:id="br1">
      <inkml:brushProperty name="width" value="0.15875" units="cm"/>
      <inkml:brushProperty name="height" value="0.3175" units="cm"/>
      <inkml:brushProperty name="color" value="#65ff65"/>
      <inkml:brushProperty name="tip" value="rectangle"/>
      <inkml:brushProperty name="rasterOp" value="maskPen"/>
      <inkml:brushProperty name="fitToCurve" value="1"/>
    </inkml:brush>
  </inkml:definitions>
  <inkml:trace contextRef="#ctx0" brushRef="#br1">2695.81 9543.8,'-41.0161'25.6426,"15.3811"25.6406,-10.2539 20.5137,20.5081-25.6416,-0.000244141 5.12695,0-5.12695,-5.12671 5.12793,-5.1272 0,10.2539 0,0.000244141-10.2568,-0.000244141 10.2568,-0.000976563-5.12793,-10.2529 15.3838,-5.12695 15.3867,15.3811-25.6426,-0.000244141 5.12891,-5.12695-0.000976563,-5.12695-10.2568,25.635 5.12891,-5.12695-5.12793,56.397-10.2578,-5.12695-51.2822,-5.1272 10.2568,5.12817-10.2568,-0.000976563-10.2578,10.2539 10.2588,10.2539-5.12988,10.2551-5.12793,-35.8899 10.2568,41.0159-20.5137,-10.2539 15.3848,-20.5071 5.12891,10.2529 15.3848,0-5.12988,0.000244141-5.125,5.12671 15.3828,0.000244141-0.000976563,-20.5073-5.12695,-5.12769-10.2549,10.2539 15.3828,5.12695 5.12891,5.12695-20.5137,-5.12573 5.12891,5.12573 0,-5.12695-5.12891,-5.12695 15.3857,0-10.2578,-5.1272-5.12891,0.0012207 5.12988,5.12598 5.12793,5.12695 0,10.2542-5.12793,0.000976563-5.12891,-0.0012207 0,0 10.2568,-10.2539 0,-15.3809 0,25.6348 5.12793,-25.6348-5.12793,10.2539 5.12891,5.12793-5.12891,-5.12793 5.12891,0-5.12891,0 0,-5.12598 0,-5.12793 0,-0.000488281 0,30.7627 0,-5.12744-15.3857,10.2554 5.12988,-35.8906-0.00195313,0.000488281 5.12988,25.6348-10.2559,-5.12549 5.12598,-10.2559 25.6436,-5.12646-10.2578,0-5.12793,-15.3809-46.1553,-51.2705-10.2568,5.12744 5.12891,-30.7622 5.12988,-0.000976563-0.00292969,10.2563 0.00195313,-20.5103 5.12793,-5.12646-15.3857,30.7627 15.3857,-30.7622-5.12695,25.6348-0.00292969,-30.7617-10.2549,20.5078 15.3838,-10.2549 10.2578,-10.2529 0,-5.12744 5.12695,-5.12744 10.2588,20.5088 10.2549,5.12695 0.000976563,10.2539 5.12793,-5.12793 0,-20.5059-5.12793,-10.2563 5.12793,25.6362 0,5.12744 0,-5.12744-5.12891,-15.3823 5.12891,5.12842-5.12793,10.2539-0.00195313,0 0.00195313,0.000244141 5.12793,5.12671 0,5.12598 0,0.0012207 5.12793,-10.2542 5.12988,-10.2542 10.2559,0.000244141-10.2578,5.12695 0,-10.2551 0.00195313,15.3821-0.000976563,10.2542-0.000976563,-0.000244141 0.000976563,0.000244141 0,-5.1272 5.12891,-10.2549-0.00195313,10.2549-5.12598,-10.2539-0.00195313,-5.12695 0.000976563,15.3809 0,5.12598 5.12695,-30.7607-5.12598,30.7617-0.00195313,-5.12695-10.2559,5.1272 15.3857,-0.000244141 10.2559,10.2532 30.2666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6041" units="1/cm"/>
          <inkml:channelProperty channel="Y" name="resolution" value="28.36041" units="1/cm"/>
        </inkml:channelProperties>
      </inkml:inkSource>
      <inkml:timestamp xml:id="ts0" timeString="2023-12-06T10:30:51"/>
    </inkml:context>
    <inkml:brush xml:id="br1">
      <inkml:brushProperty name="width" value="0.15875" units="cm"/>
      <inkml:brushProperty name="height" value="0.3175" units="cm"/>
      <inkml:brushProperty name="color" value="#65ff65"/>
      <inkml:brushProperty name="tip" value="rectangle"/>
      <inkml:brushProperty name="rasterOp" value="maskPen"/>
      <inkml:brushProperty name="fitToCurve" value="1"/>
    </inkml:brush>
  </inkml:definitions>
  <inkml:trace contextRef="#ctx0" brushRef="#br1">15682.5 2559.03,'41.0166'-41.0271,"41.0146"10.2573,-30.7598 15.3848,-0.00195313 0.000976563,-10.2529 5.12695,5.12695 5.12817,15.3799 0.000732422,-5.12598-10.2568,5.12598 5.12817,0.000976563 15.3857,15.3809-0.000976563,-5.12695-10.2559,-25.6338-5.12915,5.125 5.12915,5.12695 0,0.00195313-5.12915,-5.12891 15.3853,0 0.000732422,0.00195313-0.000976563,-0.00195313-5.12793,20.5078-30.77,-30.7598 41.0271,-0.00195313-10.2571,-56.3965 46.1541,-35.8906-10.2551,5.12891-15.386,-10.2559 5.12915,-5.125-0.0012207,0 15.3862,-10.2539 35.897,15.3789-10.2551,5.12891-35.8989,10.252 15.384,-15.3789 20.5149,-15.3818-10.2581,15.3818-10.2559,5.12598 0,-10.2549 10.2571,5.12988 5.12671,20.5059 0.0012207,10.2549 5.12793,-5.12695-15.3838,5.125-5.13037,-10.251 0.0012207,-5.12891-92.3101,41.0166 0.0012207,5.12793-15.3862,5.125-15.385,-5.12598-10.2568,0 5.12866,0.000976563 5.12939,5.12598-20.5142,-5.12598 5.12793,-5.12793-15.385,10.2529 0,0.000976563 20.5142,-10.2539-0.000976563,10.2529-15.3843,0.00195313 0.000244141,-5.12793 30.7688,10.2549 5.12927,-5.12891 15.3848,0.00195313 5.12817,10.252-5.12817,10.2559 10.2561,15.3809 30.77,5.12598 61.5409,-25.6328-10.2579,-0.00195313 5.12903,-5.12793 5.12793,0.00195313 10.257,-0.000976563 35.8983,-10.2549-0.000244141,10.2559-20.5132,-0.000976563 0.000244141,-5.12598 5.12793,-0.00195313-5.12793,5.12891-10.2571,-10.2549-5.12793,10.2539 10.2559,-10.252 15.3862,5.12305-46.1563,5.12891 20.5142,10.2559 0,-25.6367-15.385,10.2539 15.385,-25.6348-5.12915,-25.6367-5.12793,-25.6328-35.8979,-10.2549-30.77,25.6357 5.12915,-0.000976563-25.6421,5.12695-15.3862,0.00195313 0.0012207,-5.12891 5.12793,5.12695-20.5129,5.12891-5.12891,5.12402-5.1272,10.2559 10.2561,-5.12695-30.771,-15.3818 0.00195313,0 25.6399,10.2549-0.309814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6041" units="1/cm"/>
          <inkml:channelProperty channel="Y" name="resolution" value="28.36041" units="1/cm"/>
        </inkml:channelProperties>
      </inkml:inkSource>
      <inkml:timestamp xml:id="ts0" timeString="2023-12-06T10:30:51"/>
    </inkml:context>
    <inkml:brush xml:id="br1">
      <inkml:brushProperty name="width" value="0.15875" units="cm"/>
      <inkml:brushProperty name="height" value="0.3175" units="cm"/>
      <inkml:brushProperty name="color" value="#65ff65"/>
      <inkml:brushProperty name="tip" value="rectangle"/>
      <inkml:brushProperty name="rasterOp" value="maskPen"/>
      <inkml:brushProperty name="fitToCurve" value="1"/>
    </inkml:brush>
  </inkml:definitions>
  <inkml:trace contextRef="#ctx0" brushRef="#br1">1085.93 9179.69,'-41.016'46.1553,"30.7621"-0.000976563,5.12683 25.6426,0.00012207-15.3848,-6.10352e-05-0.000976563,5.12701-5.12695,10.254 5.12695,-5.12689-10.2559,-5.12708 20.5117,-10.254-5.12598,10.254 15.3818,-5.12701-30.7666,5.12701 5.12695,-5.12701-5.12793,0-0.000976563,5.12701 0,-5.12701 5.12988,-10.2549-0.000976563,5.12793-10.2578,5.12701 5.13086,-5.12695-5.13086,5.12695 30.7715,20.508-30.7715,30.7631-20.5107,15.3799-10.2568,-20.508-0.00195313,10.254-5.12793,-10.254 5.12891,10.255 10.2568,10.2531 10.2549,-20.5081-25.6396,41.016 0,-25.635 5.12793,0.000976563-10.2568,-5.12793 0,5.12708-15.3857,5.12683-5.12695,-15.3809 15.3848,-0.00012207-0.000976563,0.00109863-10.2568,10.2529 5.12988,10.254-0.000976563,0 0.000976563,0.00109863 10.2559,-0.0012207-5.12793,-5.12695-5.12988,-10.2539 10.2578,30.762 0,-25.6338 5.12793,5.12573 0.00195313,5.12695-0.00195313,10.2542 0,-10.2529 0,-15.3821 0,-5.1272 0.000976563,5.1272-0.000976563,0-10.2559,5.12695-0.000976563,5.12817 0.000976563,5.12573-5.12793,-5.12671-5.12988,-10.2542 5.12891,5.12695 15.3848,-5.12598-20.5137,-10.2551 0.00292969,15.3811-20.5156,15.3811-0.000976563,-15.3801-5.12598,-0.000976563 20.5117,-5.12695-25.6416,-35.8889 0.000976563,-5.1272-20.5146,-5.12695 25.6426,-5.12695-5.12891,-5.12695-5.12793,5.12695-5.12793,0 5.12793,0 5.12891,5.12695-25.6426,-20.5078 30.7695,-20.5083-15.3838,-0.000732422 0,-15.3792 25.6406,-10.2559-30.7686,10.2549 5.12793,-10.2539 10.2559,-5.12817 15.3848,0.000976563 10.2568,-10.2537 25.6436,30.7617-15.3877,0 20.5156,5.1272-0.00195313,-0.0012207-10.2559,-5.12598 5.12793,-25.6348 30.7705,-5.1272-25.6416,35.8889 5.12793,-10.2549 0.000976563,-5.12598-5.12988,-15.3811 5.12891,-5.12695-10.2559,20.5071-0.000976563,0.000976563 0,0 0.00195313,0-5.12988,-5.12695 5.12793,-5.12817-5.12793,-15.3799-10.2578,0 0.00195313,20.5079 5.12695,5.12708 0.000976563,5.12598-5.12891,0.000976563 10.2568,5.12708 0,-5.12708-10.2559,-5.12695 15.3838,-5.12708 5.12793,5.1261-15.3838,0.000854492 10.2559,5.12708 5.12891,0.00012207 0,10.2539 0.000976563,-30.7631-10.2578,30.7631 0,-25.635-15.8799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6041" units="1/cm"/>
          <inkml:channelProperty channel="Y" name="resolution" value="28.36041" units="1/cm"/>
        </inkml:channelProperties>
      </inkml:inkSource>
      <inkml:timestamp xml:id="ts0" timeString="2023-12-06T10:30:51"/>
    </inkml:context>
    <inkml:brush xml:id="br1">
      <inkml:brushProperty name="width" value="0.15875" units="cm"/>
      <inkml:brushProperty name="height" value="0.3175" units="cm"/>
      <inkml:brushProperty name="color" value="#65ff65"/>
      <inkml:brushProperty name="tip" value="rectangle"/>
      <inkml:brushProperty name="rasterOp" value="maskPen"/>
      <inkml:brushProperty name="fitToCurve" value="1"/>
    </inkml:brush>
  </inkml:definitions>
  <inkml:trace contextRef="#ctx0" brushRef="#br1">1844.73 1682.09,'0'56.412,"25.635"-5.12891,-20.5081-10.2571,0 5.12891,0.00012207-5.12793,-0.00012207 35.8981,-10.2539-5.12915,-0.00012207-30.7688,0.00012207 5.12793,-5.12708 5.12793,-0.000976563-10.2568,0.0020752 0.000732422,-0.0020752-0.000732422,0.000976563 5.12891,0-0.000244141,0.00012207-5.12769,-20.5082 30.7688,15.3811-20.5127,-15.381-10.2563,71.778-10.2568,15.381-30.77,-10.2529-10.2571,5.12598 5.12915,-5.12708 5.12793,-5.12695-5.12793,25.6351 5.12793,-20.5083-5.12915,0.0012207 0.0012207,-0.000976563-5.12891,20.5078 0.000732422,-20.5078 5.1272,25.635-20.5122,-15.3801 20.5122,-0.000976563 0.000732422,0-5.12769,5.12695 5.12671,5.1272 0.0012207,-5.12622-5.12915,-15.3818 0.000244141,0 5.12866,10.2539-5.12769,-10.2539-0.0012207,5.12695 5.12915,5.12793-5.12915,15.3799 5.12915,-15.3806 5.12793,-10.2544 0,10.2542 0,-10.2529 0,-5.12793 0,25.6348 10.2561,10.2542-10.2561,5.12793 0,-41.0168 0,-0.000244141 0,25.6353-5.12817,-25.6353 5.12817,15.3823-15.385,-15.3823-51.283,-35.8899-5.12891,0.00219727 25.6418,-10.2563 5.12891,-5.12476-15.3857,5.12598 10.2578,5.12695-10.2581,-5.12817 5.12915,0.00219727 10.256,-0.000976563 0.000976563,-10.2539-5.12891,-25.6362 5.12781,0.000976563 30.7711,0.000244141-15.386,-0.000244141 20.5139,0.000244141 15.3842,-5.12817 0.000854492,0.000976563-10.257,-15.3809 10.257,15.3809-10.257,5.1272 10.256,-10.2542-10.256,-15.3821-25.642,0.0012207 15.386,20.5078-0.000976563,-5.12695 10.257,5.12695 5.12891,-5.12793-5.12891,-5.12598-5.12891,5.12695 5.12891,10.2542 15.385,-41.0161-0.00012207,30.762-15.3849,0 0,5.12598 5.12903,-15.3799 5.12695,-0.000244141 0.00109863,5.1272-0.00012207,10.2529-5.12891,0.0012207-0.00012207,5.12671 0.00109863,0.000244141 5.12695,-30.7622-5.12695,20.5081-5.12903,-0.000976563 10.256,5.12793-5.12793,-5.12683-5.12805,-5.12708-5.12805,-10.254 10.2561,5.12598-0.376099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6041" units="1/cm"/>
          <inkml:channelProperty channel="Y" name="resolution" value="28.36041" units="1/cm"/>
        </inkml:channelProperties>
      </inkml:inkSource>
      <inkml:timestamp xml:id="ts0" timeString="2023-12-06T10:30:51"/>
    </inkml:context>
    <inkml:brush xml:id="br1">
      <inkml:brushProperty name="width" value="0.15875" units="cm"/>
      <inkml:brushProperty name="height" value="0.3175" units="cm"/>
      <inkml:brushProperty name="color" value="#65ff65"/>
      <inkml:brushProperty name="tip" value="rectangle"/>
      <inkml:brushProperty name="rasterOp" value="maskPen"/>
      <inkml:brushProperty name="fitToCurve" value="1"/>
    </inkml:brush>
  </inkml:definitions>
  <inkml:trace contextRef="#ctx0" brushRef="#br1">1357.66 1261.57,'0'51.283,"-5.12695"15.385,-0.00012207-25.6409,-5.12695 25.6409,0.00012207 5.12805,-0.00012207-5.12805,5.12695 15.386,-5.12683-30.7709,-0.00012207-0.00012207,5.12708-5.12793,-5.12708 10.257,-5.12805-5.12903,10.2551-10.257,0 0.000976563,-0.00012207 5.12708,0.00012207-5.12695,10.2539 5.12769,41.0171-5.12866,20.507-46.1531,5.12695-10.259,20.5081 5.12988,-35.8879 5.1272,-15.3821 5.12891,41.016 20.5139,-41.016-20.5139,20.5081 10.2571,-20.5071-5.13013,5.12598 0.00195313,15.3811-0.000732422,-0.00012207-10.2563,15.3811-0.000732422,0.000976563 0.00195313,-15.3821-5.13013,-5.12695-5.12793,10.2542 5.12793,-0.000244141-5.12793,5.12817-10.2559,-0.000976563 10.2559,5.12695-5.12891,0.000976563 0.000732422,-15.3821 5.12817,-10.2539 5.12817,0-5.12817,5.12695-5.12805,5.12793 0.00012207,-5.12769 5.12793,15.3806 5.12793,-5.12671 5.12915,-20.5083-0.00012207,30.7622 10.2561,-35.8879-10.2561,25.634 10.2561,-25.6353-5.12805,35.8892 0,-30.762 0,5.12793-5.12805,-10.2551-5.12891,0.000244141 5.12891,25.6348-5.12891,-10.2539-10.2561,-5.12695-5.12891,5.12793 5.12903,-15.3818 5.12793,-56.3972-25.642,-30.7617 0.000976563,-15.3813-20.514,25.6343 20.5131,-30.7612-15.384,20.5083 15.384,-15.3813-5.12805,-0.000732422 15.385,5.12793 5.12903,-5.12695-0.000976563,-0.000244141 5.12891,15.3813-5.12891,-5.1272 5.12891,-20.509-15.3849,-10.2529-10.2571,15.3809 25.6421,0.000244141-5.12903,-10.2542 5.12891,10.2529 15.384,20.5093 0.00109863,-5.1272-0.00012207,-10.2542 5.12805,-0.000732422 0,0.000976563 0,-0.000244141 5.12805,0.000244141-10.2561,5.12695 10.2561,-10.2551-5.12805,5.12817 0,15.3809-5.12805,-15.3809-0.000976563,5.12695 5.12903,-15.3821 0,5.12805 0,-10.2539 0,5.12585 10.2571,5.12805 25.6409,25.635-20.5129,0 0,-10.254 5.12903,-5.12695-0.00109863,-0.00109863 0.00012207,0.00109863-5.12805,-5.12695 5.12793,5.12683 5.12903,-10.2539 10.2561,25.634-25.6411,0.000976563-0.000976563,-20.5081 5.13,20.5081-15.386,0 5.12805,0-0.00012207,-25.636 0.00012207,25.636-0.597046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6041" units="1/cm"/>
          <inkml:channelProperty channel="Y" name="resolution" value="28.36041" units="1/cm"/>
        </inkml:channelProperties>
      </inkml:inkSource>
      <inkml:timestamp xml:id="ts0" timeString="2023-12-06T10:30:51"/>
    </inkml:context>
    <inkml:brush xml:id="br1">
      <inkml:brushProperty name="width" value="0.15875" units="cm"/>
      <inkml:brushProperty name="height" value="0.3175" units="cm"/>
      <inkml:brushProperty name="color" value="#65ff65"/>
      <inkml:brushProperty name="tip" value="rectangle"/>
      <inkml:brushProperty name="rasterOp" value="maskPen"/>
      <inkml:brushProperty name="fitToCurve" value="1"/>
    </inkml:brush>
  </inkml:definitions>
  <inkml:trace contextRef="#ctx0" brushRef="#br1">1321.77 10887.4,'-46.1429'61.54,"15.3799"-10.2568,5.12805 10.2568,5.12708-0.000976563,-5.12708 0.000976563,10.254-5.12891,5.12695-10.2559,0 35.8975,5.12708-41.0254,-5.12708 30.7686,20.5081-30.7686,-5.12708 25.6406,5.12708 5.12891,0-20.5137,0-5.12891,10.2539 0.000976563,-5.12695-5.12988,-5.12695 10.2588,5.12695-0.000976563,25.635 5.12793,15.3821-20.5127,-0.00109863-15.3857,-10.254-20.5127,-5.12695 5.12988,5.12708-0.00195313,10.2549-10.2559,-0.000976563-0.00195313,-10.2539 5.12988,-0.00012207 0,10.2542 0,-0.00012207 0,0.000976563-5.12793,5.1261 5.12793,15.381-5.12793,-5.1272 5.12793,-15.3796 0,-5.12817-5.12891,0-5.12793,-0.000244141 5.12891,-5.12671 0,5.12695-5.12891,20.509-5.12793,-0.000976563 5.12793,-10.2542-15.3848,0 5.12793,-5.12598 0,-0.000732422-5.12695,-15.3813 15.3828,10.2542-10.2549,10.2539 5.12891,-5.12598-0.00292969,-0.000732422-5.12598,-0.000244141-5.12891,0 0,5.12695-5.12891,5.1272-10.2549,-35.8882-25.6436,-15.3821 25.6426,-10.2537-30.7705,-5.1272 5.12988,5.12695-5.13086,-5.12695-5.12695,-5.12695 20.5137,-5.1272-5.12891,0.000244141 0.000976563,10.2539 5.12793,-10.2551-10.2578,-10.2527-30.7686,5.12769 25.6406,-10.2559 25.6416,-10.2529 5.12891,-10.2542 15.3848,-15.3809 0,5.12695-5.12793,-20.5081 15.3838,-0.000976563 10.2578,25.636 20.5137,0 15.3838,-35.8889 5.12793,-30.7632 0.00195313,5.12817 10.2549,15.3799 15.3857,10.2551 5.12793,-15.3811-5.12793,-0.000976563-0.000976563,-15.38-10.2568,-5.12793 5.12988,25.636-5.12793,20.5079-15.3848,-5.12695-5.13086,-25.636-5.12598,5.12793 5.12598,35.889-10.2549,15.381-20.5137,-0.000976563 0,0.000976563 5.12793,10.254-15.3838,0-5.12988,-10.254-16.2012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6041" units="1/cm"/>
          <inkml:channelProperty channel="Y" name="resolution" value="28.36041" units="1/cm"/>
        </inkml:channelProperties>
      </inkml:inkSource>
      <inkml:timestamp xml:id="ts0" timeString="2023-12-06T10:30:51"/>
    </inkml:context>
    <inkml:brush xml:id="br1">
      <inkml:brushProperty name="width" value="0.15875" units="cm"/>
      <inkml:brushProperty name="height" value="0.3175" units="cm"/>
      <inkml:brushProperty name="color" value="#65ff65"/>
      <inkml:brushProperty name="tip" value="rectangle"/>
      <inkml:brushProperty name="rasterOp" value="maskPen"/>
      <inkml:brushProperty name="fitToCurve" value="1"/>
    </inkml:brush>
  </inkml:definitions>
  <inkml:trace contextRef="#ctx0" brushRef="#br1">13724 1959.02,'82.0332'-15.3849,"-10.2568"-5.12817,15.3838-5.12793,10.2539-0.000976563,-15.3818 10.257,0 0,-10.2539-5.12805,-10.2539-0.000854492,-5.12793 15.3859,5.12695 0.00012207,5.12793-10.2571,-5.12695 5.12793,0 0.00012207,-5.12598 5.12891,-0.00195313 10.2561,15.3818-20.5121,-10.2539 20.5121,-10.2549-0.00012207,-5.12598 0.00012207,-41.0166 46.1559,-51.2705 5.12708,5.12695-10.256,-5.12598 5.12793,-0.000976563 0.00109863,-10.2529 15.3839,-15.3818 5.12817,-0.000976563-0.000244141,-5.125-5.12695,5.12598 5.1272,10.2549 0.000732422,20.5068-5.12891,-10.2549-5.12793,-15.3799 20.5129,0.00195313 0,-5.12988-10.2568,10.2559 0.000732422,-5.12793-5.12891,0-5.12793,25.6348-10.2571,10.2549 0,-0.000976563 0.0012207,-5.12598 5.12671,-5.12598 5.12915,10.251-20.5129,30.7637-102.567,15.3818 10.2571,-5.12793-10.2571,5.12695 0,5.12598-5.12793,-10.252-5.12915,-5.12793 5.12915,5.12891-5.12891,5.12305-20.5122,0.00292969 5.1272,-15.3818 10.2578,0-0.000976563,10.2529-15.385,0.00195313 0.000244141,-5.12793 20.5137,0-10.2568,-5.12695-0.000976563,0 5.12988,5.12598 20.5121,0.000976563 5.12903,0.000976563-5.12903,-0.000976563-5.12708,0 10.2551,5.12793 5.12891,0 5.12903,-0.00195313-15.386,10.2539 10.257,25.6377 10.2571,-0.00292969 25.6418,5.12988 25.6401,5.125 56.413,-15.3799 20.5131,-15.3818-35.899,5.12891 0.000976563,-10.2578-0.000976563,0.00292969 10.257,0.000976563 5.12903,5.12305-5.12903,-5.12402 5.12903,-0.000976563 30.7689,-10.2529-5.12769,-0.000976563-20.5134,0.000976563 10.2563,-0.00195313 5.12866,5.12695-5.12769,-15.3799-5.12915,0 10.2561,0-5.1272,0-15.3857,5.12793-25.6414,-10.2559 41.0273,0.00292969-35.8992,-0.00292969 15.385,-5.125-25.6409,-30.7646-25.6421,-20.5049-82.053,-5.12891-30.7712,20.5068 30.7712,-5.125-5.12793,-5.12793-0.0012207,-15.3818-25.6409,15.3828-10.2559,20.5068 10.2549,-5.12695 10.2578,-20.5068-5.12891,-5.12598-5.12793,-0.00390625 5.12915,0.00195313-5.13013,-10.2539 20.5139,5.12793 20.514,15.3809 20.5129,-0.00195313 15.3842,5.12891 10.2578,-0.000976563-0.000854492,-20.5068 20.5139,25.6328-0.000854492,-15.3789 35.4958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6041" units="1/cm"/>
          <inkml:channelProperty channel="Y" name="resolution" value="28.36041" units="1/cm"/>
        </inkml:channelProperties>
      </inkml:inkSource>
      <inkml:timestamp xml:id="ts0" timeString="2023-12-06T10:30:51"/>
    </inkml:context>
    <inkml:brush xml:id="br1">
      <inkml:brushProperty name="width" value="0.15875" units="cm"/>
      <inkml:brushProperty name="height" value="0.3175" units="cm"/>
      <inkml:brushProperty name="color" value="#65ff65"/>
      <inkml:brushProperty name="tip" value="rectangle"/>
      <inkml:brushProperty name="rasterOp" value="maskPen"/>
      <inkml:brushProperty name="fitToCurve" value="1"/>
    </inkml:brush>
  </inkml:definitions>
  <inkml:trace contextRef="#ctx0" brushRef="#br1">1137.2 7579.66,'-25.635'41.0259,"0"25.6431,5.12708-10.2578,-0.00012207-5.12744,0.00012207 10.2563,5.12689-5.12793,-10.2549-15.3872,5.12799 5.13135,5.12701-0.00244141,-15.381 5.12939,5.12701-5.12842,5.12701-5.12793,-10.254 30.77,10.254-30.7705,5.12701 5.12891,-10.254 20.5127,10.254 5.12793,0-30.7695,5.12695 0,35.889 0.000976563,25.635-20.5146,20.5079-5.12695,6.10352e-05-10.2578,-20.507 0.000976563,20.507 5.12695,-6.10352e-05-10.2559,-10.2539-10.2559,15.382 10.2559,-30.7631 0,0.00012207 0,10.2539 0,5.12708 0,-10.2531 0,-5.12805 0,0.00012207 0,5.12683-5.12891,-5.12683 5.12891,35.8889 15.3848,-15.38-5.12793,5.1261 0,-10.2542-5.12891,-5.12683 0.000976563,10.2548 10.2559,-0.000732422-10.2568,-25.6353-5.12793,5.1272 10.2568,15.3809-5.12891,5.12817-5.12793,-0.0012207 5.12891,-5.12671-5.12891,5.12671 0,0.0012207 0,-20.509 0,30.7617 10.2568,-25.6348-5.12891,0-5.12793,0 5.12891,15.3821-0.000976563,-0.0012207 0,-15.3809 10.2578,0-10.2588,-5.12695 5.13086,0-0.00195313,0.000732422-5.12695,46.1423 25.6406,-25.6353-10.2549,-10.2539-0.00292969,5.12817-5.12598,-0.0012207-10.2578,-5.12695-5.12793,-10.2539-5.12793,5.12695 0,5.12793-10.2578,5.12598 0.00195313,5.1272-5.13086,5.12695 0.00195313,10.2549 5.12695,-20.51 5.12988,-10.252-5.12891,-0.000976563-0.000976563,0 0.000976563,0.000976563 10.2568,5.12598-5.12891,5.12695 5.12793,5.12695 5.12891,0.00146484 0,-15.3823 0,5.12695 0,-10.2539 5.12891,-0.000488281-0.000976563,-5.12646 5.12891,5.12695-5.12793,15.3818 5.12695,5.12646 0,-5.12744-10.2559,0 5.12988,0-0.00292969,-5.12695-5.12695,-15.3809-5.12695,46.1436-5.13086,-35.8896 5.12988,0 5.12793,5.12695 15.3857,10.2554-15.3857,-10.2554-10.2578,-10.2539 20.5156,-5.12744-5.13086,25.6367 5.13086,-5.12842-10.2578,10.2539 0,-30.7617 5.12793,0-10.2559,41.0156-10.2568,-20.5063 10.2549,5.12549-20.5107,-20.5078 15.3838,-0.000488281 0,0.000488281 0.000976563,5.12695 5.12695,-10.2539 0.000976563,0.000976563-5.12891,25.6338-5.12793,-5.12695-10.2578,-15.3799 10.2588,5.12598-15.3857,-10.2539 5.12695,10.2539-15.3828,0.000976563-15.3867,-15.3828 15.3857,-10.2534 0,0-0.000976563,-5.12549-30.7695,-5.12939 30.7705,-5.125-15.3848,5.12646 10.2554,-15.3813 5.12988,0-5.12793,5.12695-10.2583,-5.12695 5.12793,-5.12695 5.13037,0-5.12939,-5.12744-15.3848,-15.3804 15.3838,-0.000488281 0.00146484,-10.2534 10.2559,-15.3823-5.12842,-5.125 0.00146484,-5.12891 15.3838,-5.12744 0,10.2554 20.5132,-15.3809-10.2563,5.12695 20.5132,5.12646 5.12695,5.12646 5.13086,5.12793-0.000488281,-20.5078-5.12939,30.7617 0,-5.12695 5.12891,-0.000488281-15.3857,-5.12646 10.2578,0 0.000488281,5.12695-5.12939,5.12695 0,-5.12793-5.12939,-15.3799 10.2588,-5.12695-0.00146484,-0.000488281 15.3838,20.5088-15.3828,-5.12744 5.12842,0-0.00146484,-0.000976563 0.000976563,5.12891 5.12842,-0.00195313-0.00146484,-30.7612 10.2583,0.000488281 5.12793,25.6338-20.5142,5.12793-5.12646,5.12695 5.12744,-20.5078-5.12891,-5.12695 0,10.2539 0.000976563,10.2529-5.12891,0.000976563 0,-5.12695 0,10.2539 0,-41.0156-5.12891,30.7607 10.2578,10.2549-0.000488281,-5.12695-5.12842,-10.2539 10.2578,-5.12695-5.13086,15.3799 5.12988,5.12891-5.12891,-5.12891 10.2573,5.12842 10.2568,-41.0176-5.12939,20.5103 5.12842,5.12598-5.12695,-0.000976563-15.3862,5.12793 5.12891,-10.2542 5.12744,5.12622 10.2578,15.3821-10.2573,-0.000244141-5.12793,-5.12695 5.12842,-5.12671-0.000488281,-0.000244141-10.2568,0 0.00146484,-15.3811-5.12939,5.12622 0,10.2549 10.2568,5.12695 5.12793,0-5.12842,5.1272-10.2563,-35.8901-5.12793,20.509-0.000488281,10.2539 10.2568,5.1272-5.12842,-10.2542 5.12793,-5.12817 0,-5.12573 0,20.5081 0.000976563,-41.0161 10.2563,41.0159-5.12939,-35.8899-5.12695,20.509-0.000976563,5.12695-5.12793,10.2539 5.12939,-5.12671-5.12939,-0.000244141-15.3862,-0.000976563 0.00146484,5.12817 15.3848,-25.6353-25.6411,0.000244141-5.12891,-15.3811 10.2559,30.761 0.00146484,5.12793 15.3843,5.12708 5.12842,-10.254-5.12891,-5.12708 10.2578,15.3801-0.000488281,-15.38-5.12842,-5.12708 20.5127,20.5081-10.2559,-5.12695 5.12939,5.12695 4.94678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6041" units="1/cm"/>
          <inkml:channelProperty channel="Y" name="resolution" value="28.36041" units="1/cm"/>
        </inkml:channelProperties>
      </inkml:inkSource>
      <inkml:timestamp xml:id="ts0" timeString="2023-12-06T10:30:51"/>
    </inkml:context>
    <inkml:brush xml:id="br1">
      <inkml:brushProperty name="width" value="0.15875" units="cm"/>
      <inkml:brushProperty name="height" value="0.3175" units="cm"/>
      <inkml:brushProperty name="color" value="#65ff65"/>
      <inkml:brushProperty name="tip" value="rectangle"/>
      <inkml:brushProperty name="rasterOp" value="maskPen"/>
      <inkml:brushProperty name="fitToCurve" value="1"/>
    </inkml:brush>
  </inkml:definitions>
  <inkml:trace contextRef="#ctx0" brushRef="#br1">6253.96 4769.34,'46.1431'61.541,"-30.7622"-20.5151,0.000488281 30.7715,-0.000488281-20.5146,-15.3809-10.2554,5.12695 5.12744,0 5.12842,-5.12695-5.12939,-15.3809 5.12939,10.2539 0.000488281,10.2539-10.2578,0 0.00146484,20.5078-0.000488281,25.6353-10.2578,-5.12598-20.5122,-5.12793 5.12842,5.12695-10.2563,5.12695 15.3843,10.2539-15.3853,5.12695-5.12793,-25.6348 10.2568,30.7617-0.000976563,-25.6338-5.12646,10.2529-0.00146484,10.2544-5.12793,-10.2534-5.12793,-15.3833 5.12793,5.12939 0,5.12598-5.12939,0 5.12939,0 0,5.12793-10.2559,5.12598 5.12695,-20.5078-5.12695,0 10.2559,15.3818 0,-10.2559 0,-5.125 5.12793,5.12598-20.5132,20.5078 10.2573,0 15.3838,-15.3809 0.00146484,0-15.3853,5.12695 10.2559,0.000976563 5.12891,15.3804-10.2568,-20.5083 10.2559,10.2539-10.2559,-5.12646-5.12891,-5.12695 10.2578,20.5078 0.000488281,-5.12793-10.2588,-15.3799 5.12939,0 0,-5.12793-5.12891,5.12793 0.00195313,0 5.12695,10.2539-5.12891,15.3809 5.12891,-5.12793 5.12891,-5.12598-10.2578,-10.2539 15.3848,0.000976563-5.12695,-0.00195313-5.12891,-5.12695 0,10.2549 0,20.5078 10.2573,-5.12598-5.12939,-15.3828-5.12793,5.12793 5.12891,-0.000976563-0.00195313,-10.252-10.2539,-0.00195313-0.00195313,10.2549 5.12891,15.3809 0,5.12695-10.2559,-25.6348-0.00244141,-0.000976563 5.13135,0.00195313-10.2578,-0.00195313-0.000488281,-5.12598-0.000488281,10.2539 10.2573,20.5068-10.2563,0.00195313-5.12842,-25.6367 15.3843,0.00195313 5.12891,-5.12891-10.2559,0.000976563 5.12793,-5.12695 0,10.2529-0.00146484,15.3818 5.12939,5.12695 0,-15.3809-5.12793,-5.12695-0.000976563,0 5.12891,-5.12793 0,10.2549-10.2559,-5.12695 5.12695,20.5078 0.000488281,0-5.12842,-20.5068 0.000976563,-0.00195313 5.12793,-5.12695-15.3853,0.000976563-0.000976563,-5.12695 15.3862,5.12695-10.2568,15.3809 5.12744,5.12695-5.12646,-20.5078-5.13037,-5.12793 10.2573,5.12793 0.000976563,-5.12695 10.2559,-10.2549 15.3848,0.000976563-15.3848,15.3809 10.2559,10.2529 10.2573,-20.5068-20.5132,0 5.12793,5.125 15.3862,0.00292969-5.12939,25.6338 15.3853,-35.8896-30.77,0.000976563 25.6411,35.8887-15.3843,-25.6357-5.12842,5.12793 0.000488281,-5.12695-0.000976563,-0.000976563-15.3848,10.2549 0.000488281,0 15.3843,-20.5088-10.2559,35.8896-10.2568,-35.8887 15.3848,-0.000976563 0,0.000976563 0,5.12695 5.12891,25.6338-10.2578,-5.12598 5.12891,-15.3799 10.2559,5.125 5.12939,-10.2529-5.12842,10.2529-10.2568,-10.2539 5.12793,5.12891-10.2559,5.125-15.3853,0-10.2568,-10.2529 35.8979,-71.7783-56.4106,-0.000976563 5.12744,-25.6338-25.6416,15.3799 15.3857,-20.5068 5.12842,10.2539 10.2559,-20.5098 0.000488281,0.000976563 10.2563,20.5088 15.3853,-5.12695 5.12744,-0.000976563 10.2573,-5.12695-10.2559,-5.12598-10.2578,-0.00195313 15.3853,15.3828 5.12842,-35.8896-20.5127,30.7627 10.2554,-0.00195313-5.12744,5.12891-0.000488281,-20.5078 0.000488281,5.125 0.000976563,10.2559-0.00244141,-5.12793 10.2583,0 0,15.3818-5.12939,-0.000976563 5.12939,-5.12598 0,-15.3818-5.12891,10.2529 10.2568,-5.125 10.2568,-5.12695-10.2568,-10.2549 10.2559,0 15.3853,25.6348-15.3828,-5.12598-10.2583,-15.3818 15.3838,5.12598-5.12695,0.00195313 0.000488281,-0.000976563-0.00146484,-15.3809 0.000976563,5.12793-5.12891,15.3789 15.3853,10.2559 0.000976563,-15.3809-15.3862,-5.12793 0,5.12695 0.000976563,0-0.000976563,-20.5078-10.2559,0 10.2559,25.6348 5.12939,5.12695-10.2573,0.000976563 10.2559,-10.2549 0.000976563,0.000976563-15.3857,-0.00195313 10.2578,-15.3799 5.12842,0-0.00146484,20.5088-10.2559,10.252 0,-5.125 5.12793,-5.12695-5.12793,5.12598 0,-10.2539 0,-10.2529-5.12793,-0.00195313 0,10.2559 0,5.12598 0,5.12695-0.00146484,0.000976563 0.000488281,5.12598 0.000976563,-5.12598 0,-15.3818 0,-10.2539-5.12939,15.3809 10.2573,-5.12695-5.12793,0-0.000976563,10.2539 5.12891,15.3809 0,-10.2529-5.12793,-20.5088 5.12793,5.12695 5.12793,0 0.000976563,5.12695-10.2578,-5.12598 0.000976563,-0.000976563 10.2559,25.6338-5.12793,-5.12402 0,-10.2559 10.2568,5.12695-5.12891,0.000976563-10.2559,-10.2549 5.12793,-5.12793 0,10.2559 0,10.2539 5.12793,5.12598 0.00146484,0.000976563-5.12939,-0.000976563 0,0-5.12939,0.000976563 0.00146484,-10.2539 5.12793,0 0,-10.2568-5.12793,5.12988 5.12793,-5.12793 0,5.12744-10.2568,15.3818 0,-35.8911 20.5137,30.7622-15.3848,-25.6338-15.3862,20.5078 10.2583,10.2539 10.2559,-35.8887 0,35.8887 5.12891,-25.6357-30.771,15.3828 20.5132,-15.3828-10.2563,5.12744 0.000488281,-15.3804 15.3848,-10.2544 0,25.6343 20.5142,10.2549-5.12939,5.12695-5.12891,-0.000976563 5.13037,5.12939-5.13135,-30.7646 15.3872,-5.12549-10.2573,35.8887-15.3848,-41.0156 30.7715,30.7607-25.6436,-20.5073 15.3848,30.7622-15.3848,-20.5078 0.000488281,20.5083 5.12939,-5.12744-5.13086,-0.000976563 0.00195313,0.00195313-0.000976563,-5.12891 10.2573,25.6357 25.1177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6041" units="1/cm"/>
          <inkml:channelProperty channel="Y" name="resolution" value="28.36041" units="1/cm"/>
        </inkml:channelProperties>
      </inkml:inkSource>
      <inkml:timestamp xml:id="ts0" timeString="2023-12-06T10:30:51"/>
    </inkml:context>
    <inkml:brush xml:id="br1">
      <inkml:brushProperty name="width" value="0.15875" units="cm"/>
      <inkml:brushProperty name="height" value="0.3175" units="cm"/>
      <inkml:brushProperty name="color" value="#65ff65"/>
      <inkml:brushProperty name="tip" value="rectangle"/>
      <inkml:brushProperty name="rasterOp" value="maskPen"/>
      <inkml:brushProperty name="fitToCurve" value="1"/>
    </inkml:brush>
  </inkml:definitions>
  <inkml:trace contextRef="#ctx0" brushRef="#br1">6494.93 5107.81,'56.3979'15.3848,"-0.000976563"20.5132,25.6348 10.2573,5.12744-10.2563,-41.0151-25.644,-0.000976563-5.12598,30.7617 0.000488281,-25.6338-5.12939,-10.2559-5.12939,5.12891-10.2544,20.5068-5.13037,5.12744 0.00146484,-0.000488281 5.12744,10.2539 0.000488281,0.00146484-5.12939,-15.3823 0.000976563,-5.12695 10.2573,5.12842 5.12695,25.6323 0.000976563,0.00244141-5.12939,-15.3818 5.12939,-0.000488281 10.2559,5.12842 0.00146484,-0.00146484-5.12939,-5.12646-5.12939,15.3809 10.2588,20.5088-5.12939,-15.3818-5.12939,-25.6348 0.00146484,5.12695-5.12793,25.6357-10.2583,15.3789 0.00146484,-25.6328 5.12646,5.12598 5.13037,5.12793-20.5132,-10.2539-0.00195313,10.252 10.2578,5.12793 0.000488281,-10.2529-0.00146484,-5.12793-10.2559,-10.2539 15.3862,10.2539 10.2544,15.3809-5.12646,-10.2529 5.12695,-25.6357 10.2578,-5.12793-5.12891,5.12793 10.2559,10.2539 5.13037,0-10.2593,-5.12695 10.2583,-5.12598-0.000488281,5.12598 0,-25.6357 5.12842,0.000976563 0.000976563,10.2539-5.12939,15.3809-10.2568,-5.12695 10.2583,-5.12793-5.13037,5.12793-10.2559,-10.2539 5.12793,-5.12695-5.12793,-5.12695 0,15.3799-10.2568,0.000976563 0.000976563,0.000976563 5.12695,-0.000976563 5.12891,5.12598-5.12842,-5.12598 5.12842,-20.5088 0,-5.12598-5.12793,-0.000976563-5.12891,10.2549 15.3848,-10.2549 0.000976563,5.12891-0.000976563,15.3789 5.12939,-5.12598-10.2573,15.3799 10.2559,-20.5059-5.12695,-5.12891 5.12744,-5.12598 0.000488281,10.2529-0.000976563,-5.12695-15.3838,5.12891 0,-5.12891-5.12891,-92.2852-20.5132,-35.8896 15.3848,41.0146 25.6421,-46.1406 15.3853,35.8877-30.771,0.000976563 15.3857,-5.12891-5.12842,-15.3789-5.12842,-0.000976563 5.12891,15.3809-5.12891,0.000976563 10.2559,-5.12891-10.2559,-5.12598 5.12793,-10.2529 0.000976563,-10.2559-10.2578,-15.3799 0.000976563,5.12695 0,25.6357 5.12793,-0.00195313 5.12793,-46.1416 0,-0.000976563-5.12793,20.5098 5.12891,5.125 10.2563,-5.12598-0.000488281,-10.2549 0.000488281,-15.3799-0.000488281,10.2529 0.000488281,5.12695 10.2568,-5.12598-5.13037,0 0.00244141,-0.000976563-5.12939,-15.3799 0.000488281,10.2539-5.12842,20.5068-10.2568,-15.3799-5.12891,-20.5088 10.2578,10.2539 5.12695,30.7627-15.3838,-15.3809 0,-30.7627-5.12891,15.3809 5.12891,35.8896 5.12793,10.2539-5.12939,-30.7617 0.00146484,-20.5088 5.12793,35.8896 10.2573,20.5078 5.12744,0-10.2568,0.000488281 0,5.12598 15.3853,0.000488281-10.2563,5.12744 5.12842,5.12695 5.12744,15.3809-10.2554,-25.6357 10.2554,25.6357-5.12646,82.0322-30.7725,10.2539 5.13037,5.12793-5.12891,10.2529-5.12939,-5.12646 0.000976563,10.2534 10.2563,0.000976563 0.000976563,-15.3818-5.12939,0 5.12842,15.3813 5.12891,15.3813 10.2559,5.12646-5.12793,-10.2539-5.12793,10.2539 5.12793,-5.12598 5.12793,-15.3828-5.12793,15.3828-5.12793,30.7598 5.12793,-5.12402 0,-25.6367 0,0 0,30.7607-5.12793,5.12988-5.12939,-20.5088 5.12939,-10.2559-5.12891,20.5088 5.12891,10.2549-0.00146484,-15.3818 0.00146484,-5.12598-0.000976563,5.12695 0.000976563,-0.00195313 15.3848,-5.125 0.000488281,5.12598-10.2573,5.12793 0,-15.3818 5.12793,-20.5078 0,10.2539-10.2559,25.6357 5.12793,5.12598-5.12793,-35.8887-5.12939,-10.2539 5.12842,20.5088-5.12598,5.12598 5.12598,-15.3809 0.000976563,5.12695-5.12939,-5.12695-10.2554,-15.3818 10.2554,-5.12598-5.12744,-5.12598 5.12744,15.3789 0.000488281,0.00195313-5.12695,-15.3828-0.00244141,0.000976563 5.13037,-0.000976563 5.12793,0.000976563-20.5132,-5.12793 15.3833,-10.2529-5.12744,-82.0332-15.3848,-25.6348 25.6421,15.3818 10.2559,-5.12695 5.13037,-5.12891-5.13037,-10.252 5.12793,-10.2559 15.3862,10.2559-5.12939,10.2529 0.000488281,-5.12695 0.000976563,-20.5078 10.2549,-5.12695 0.00195313,-0.000976563-10.2583,0.00195313-5.12744,-0.00195313 15.3848,-5.12598-5.12939,5.12793-5.12646,-15.3828-0.000976563,-10.2529 5.12891,20.5068-15.3862,15.3818-5.12793,-10.2539 5.12891,-25.6367 5.12842,0.00195313-10.2563,35.8887-10.2578,5.12793 15.3857,-5.12891 5.12842,0.000976563 10.2554,0 15.3867,0-15.3857,0 5.12744,15.3818 5.13037,15.3789-10.2588,5.12891 0.000488281,-0.000976563 10.2578,5.12793-5.12891,-20.5078 0,30.7607 10.2559,76.9053-15.3838,-5.12598-35.8979,5.12598 5.12695,5.12793-10.2563,-0.000976563 0.000488281,25.6367-10.2563,20.5068-0.000976563,5.12793 0,-10.2549 0.00146484,5.12598 5.12744,-15.3799-5.12988,0 5.13135,15.3818 5.12646,15.3799-5.12891,0.000976563 5.12939,-25.6367 5.12891,-5.125-5.13037,35.8887 0.00244141,10.2529-0.00146484,-30.7607 0.000488281,-5.12793-5.12939,15.3818 10.2583,5.125-5.12939,-10.252 0.000488281,-5.12695-5.12842,5.125 0.000488281,-10.2529 5.12646,-5.12598-5.12695,5.12598-5.12744,5.12793 5.12646,5.12598 15.3862,-30.7617-10.2573,-10.2549-5.12744,20.5088 20.5127,0 0,-20.5078 5.12891,0-10.2578,-10.2539 0.000976563,-0.000976563 5.12793,-5.12598 5.12793,-0.000976563 0.000976563,-92.2852 30.7681,-0.000976563-15.3828,-20.5078 15.3838,0.000976563 10.2568,5.12793 5.12842,25.6309-5.12842,-5.12402-15.3857,5.12598 15.3862,-5.12695 0.000488281,87.1611-56.4126,20.5059-41.0273,-20.5068 5.13037,0 15.3838,25.6338-46.1553,-30.7598 41.0264,15.3789 5.12988,-15.3809-20.5137,5.12793 30.7686,10.2539-30.769,-15.3809 10.2563,-0.000976563 41.0269,5.12793 25.6431,-5.12793-0.00195313,0.000976563 10.2578,-82.0332-82.0552,-20.5078 0.00244141,20.5078 30.769,-10.2529-0.00146484,-10.2549-15.3838,-15.3809 20.5142,0.000976563 30.7686,30.7598-20.5127,-10.252 0,5.12598 15.3853,10.2539 5.12891,-5.12598-10.2583,5.12598 10.2568,-10.2529 5.12939,10.2529 10.2559,46.1436 10.2573,46.1426-5.12842,15.3828-25.6426,-15.3828-5.12646,5.12695-5.13086,-5.125 5.12988,-0.00195313-5.12744,0.000976563-10.2588,-5.12695 5.12939,35.8887 10.2573,-30.7627-20.5146,-5.12598 15.3867,0-5.12939,15.3799-20.5132,0.00195313 5.12695,-10.2559 5.13037,0.000976563-10.2583,-5.12793-5.12646,15.3818-10.2573,-15.3818-0.00146484,-5.12598 0.00146484,-25.6357-5.12891,-71.7783-5.12793,15.3818 35.8984,-25.6357 30.7705,15.3809 10.2549,-10.2529 5.12988,5.12598-0.294922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56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57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48658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1048659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01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104860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0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0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15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1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1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31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63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3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3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36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37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3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39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4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42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643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44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645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46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47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48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06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07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08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8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58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50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51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652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53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5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20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621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622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23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2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26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2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2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2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10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11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12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customXml" Target="../ink/ink5.xml"/><Relationship Id="rId89" Type="http://schemas.openxmlformats.org/officeDocument/2006/relationships/slideLayout" Target="../slideLayouts/slideLayout7.xml"/><Relationship Id="rId88" Type="http://schemas.openxmlformats.org/officeDocument/2006/relationships/image" Target="../media/image44.png"/><Relationship Id="rId87" Type="http://schemas.openxmlformats.org/officeDocument/2006/relationships/customXml" Target="../ink/ink44.xml"/><Relationship Id="rId86" Type="http://schemas.openxmlformats.org/officeDocument/2006/relationships/image" Target="../media/image43.png"/><Relationship Id="rId85" Type="http://schemas.openxmlformats.org/officeDocument/2006/relationships/customXml" Target="../ink/ink43.xml"/><Relationship Id="rId84" Type="http://schemas.openxmlformats.org/officeDocument/2006/relationships/image" Target="../media/image42.png"/><Relationship Id="rId83" Type="http://schemas.openxmlformats.org/officeDocument/2006/relationships/customXml" Target="../ink/ink42.xml"/><Relationship Id="rId82" Type="http://schemas.openxmlformats.org/officeDocument/2006/relationships/image" Target="../media/image41.png"/><Relationship Id="rId81" Type="http://schemas.openxmlformats.org/officeDocument/2006/relationships/customXml" Target="../ink/ink41.xml"/><Relationship Id="rId80" Type="http://schemas.openxmlformats.org/officeDocument/2006/relationships/image" Target="../media/image40.png"/><Relationship Id="rId8" Type="http://schemas.openxmlformats.org/officeDocument/2006/relationships/image" Target="../media/image4.png"/><Relationship Id="rId79" Type="http://schemas.openxmlformats.org/officeDocument/2006/relationships/customXml" Target="../ink/ink40.xml"/><Relationship Id="rId78" Type="http://schemas.openxmlformats.org/officeDocument/2006/relationships/image" Target="../media/image39.png"/><Relationship Id="rId77" Type="http://schemas.openxmlformats.org/officeDocument/2006/relationships/customXml" Target="../ink/ink39.xml"/><Relationship Id="rId76" Type="http://schemas.openxmlformats.org/officeDocument/2006/relationships/image" Target="../media/image38.png"/><Relationship Id="rId75" Type="http://schemas.openxmlformats.org/officeDocument/2006/relationships/customXml" Target="../ink/ink38.xml"/><Relationship Id="rId74" Type="http://schemas.openxmlformats.org/officeDocument/2006/relationships/image" Target="../media/image37.png"/><Relationship Id="rId73" Type="http://schemas.openxmlformats.org/officeDocument/2006/relationships/customXml" Target="../ink/ink37.xml"/><Relationship Id="rId72" Type="http://schemas.openxmlformats.org/officeDocument/2006/relationships/image" Target="../media/image36.png"/><Relationship Id="rId71" Type="http://schemas.openxmlformats.org/officeDocument/2006/relationships/customXml" Target="../ink/ink36.xml"/><Relationship Id="rId70" Type="http://schemas.openxmlformats.org/officeDocument/2006/relationships/image" Target="../media/image35.png"/><Relationship Id="rId7" Type="http://schemas.openxmlformats.org/officeDocument/2006/relationships/customXml" Target="../ink/ink4.xml"/><Relationship Id="rId69" Type="http://schemas.openxmlformats.org/officeDocument/2006/relationships/customXml" Target="../ink/ink35.xml"/><Relationship Id="rId68" Type="http://schemas.openxmlformats.org/officeDocument/2006/relationships/image" Target="../media/image34.png"/><Relationship Id="rId67" Type="http://schemas.openxmlformats.org/officeDocument/2006/relationships/customXml" Target="../ink/ink34.xml"/><Relationship Id="rId66" Type="http://schemas.openxmlformats.org/officeDocument/2006/relationships/image" Target="../media/image33.png"/><Relationship Id="rId65" Type="http://schemas.openxmlformats.org/officeDocument/2006/relationships/customXml" Target="../ink/ink33.xml"/><Relationship Id="rId64" Type="http://schemas.openxmlformats.org/officeDocument/2006/relationships/image" Target="../media/image32.png"/><Relationship Id="rId63" Type="http://schemas.openxmlformats.org/officeDocument/2006/relationships/customXml" Target="../ink/ink32.xml"/><Relationship Id="rId62" Type="http://schemas.openxmlformats.org/officeDocument/2006/relationships/image" Target="../media/image31.png"/><Relationship Id="rId61" Type="http://schemas.openxmlformats.org/officeDocument/2006/relationships/customXml" Target="../ink/ink31.xml"/><Relationship Id="rId60" Type="http://schemas.openxmlformats.org/officeDocument/2006/relationships/image" Target="../media/image30.png"/><Relationship Id="rId6" Type="http://schemas.openxmlformats.org/officeDocument/2006/relationships/image" Target="../media/image3.png"/><Relationship Id="rId59" Type="http://schemas.openxmlformats.org/officeDocument/2006/relationships/customXml" Target="../ink/ink30.xml"/><Relationship Id="rId58" Type="http://schemas.openxmlformats.org/officeDocument/2006/relationships/image" Target="../media/image29.png"/><Relationship Id="rId57" Type="http://schemas.openxmlformats.org/officeDocument/2006/relationships/customXml" Target="../ink/ink29.xml"/><Relationship Id="rId56" Type="http://schemas.openxmlformats.org/officeDocument/2006/relationships/image" Target="../media/image28.png"/><Relationship Id="rId55" Type="http://schemas.openxmlformats.org/officeDocument/2006/relationships/customXml" Target="../ink/ink28.xml"/><Relationship Id="rId54" Type="http://schemas.openxmlformats.org/officeDocument/2006/relationships/image" Target="../media/image27.png"/><Relationship Id="rId53" Type="http://schemas.openxmlformats.org/officeDocument/2006/relationships/customXml" Target="../ink/ink27.xml"/><Relationship Id="rId52" Type="http://schemas.openxmlformats.org/officeDocument/2006/relationships/image" Target="../media/image26.png"/><Relationship Id="rId51" Type="http://schemas.openxmlformats.org/officeDocument/2006/relationships/customXml" Target="../ink/ink26.xml"/><Relationship Id="rId50" Type="http://schemas.openxmlformats.org/officeDocument/2006/relationships/image" Target="../media/image25.png"/><Relationship Id="rId5" Type="http://schemas.openxmlformats.org/officeDocument/2006/relationships/customXml" Target="../ink/ink3.xml"/><Relationship Id="rId49" Type="http://schemas.openxmlformats.org/officeDocument/2006/relationships/customXml" Target="../ink/ink25.xml"/><Relationship Id="rId48" Type="http://schemas.openxmlformats.org/officeDocument/2006/relationships/image" Target="../media/image24.png"/><Relationship Id="rId47" Type="http://schemas.openxmlformats.org/officeDocument/2006/relationships/customXml" Target="../ink/ink24.xml"/><Relationship Id="rId46" Type="http://schemas.openxmlformats.org/officeDocument/2006/relationships/image" Target="../media/image23.png"/><Relationship Id="rId45" Type="http://schemas.openxmlformats.org/officeDocument/2006/relationships/customXml" Target="../ink/ink23.xml"/><Relationship Id="rId44" Type="http://schemas.openxmlformats.org/officeDocument/2006/relationships/image" Target="../media/image22.png"/><Relationship Id="rId43" Type="http://schemas.openxmlformats.org/officeDocument/2006/relationships/customXml" Target="../ink/ink22.xml"/><Relationship Id="rId42" Type="http://schemas.openxmlformats.org/officeDocument/2006/relationships/image" Target="../media/image21.png"/><Relationship Id="rId41" Type="http://schemas.openxmlformats.org/officeDocument/2006/relationships/customXml" Target="../ink/ink21.xml"/><Relationship Id="rId40" Type="http://schemas.openxmlformats.org/officeDocument/2006/relationships/image" Target="../media/image20.png"/><Relationship Id="rId4" Type="http://schemas.openxmlformats.org/officeDocument/2006/relationships/image" Target="../media/image2.png"/><Relationship Id="rId39" Type="http://schemas.openxmlformats.org/officeDocument/2006/relationships/customXml" Target="../ink/ink20.xml"/><Relationship Id="rId38" Type="http://schemas.openxmlformats.org/officeDocument/2006/relationships/image" Target="../media/image19.png"/><Relationship Id="rId37" Type="http://schemas.openxmlformats.org/officeDocument/2006/relationships/customXml" Target="../ink/ink19.xml"/><Relationship Id="rId36" Type="http://schemas.openxmlformats.org/officeDocument/2006/relationships/image" Target="../media/image18.png"/><Relationship Id="rId35" Type="http://schemas.openxmlformats.org/officeDocument/2006/relationships/customXml" Target="../ink/ink18.xml"/><Relationship Id="rId34" Type="http://schemas.openxmlformats.org/officeDocument/2006/relationships/image" Target="../media/image17.png"/><Relationship Id="rId33" Type="http://schemas.openxmlformats.org/officeDocument/2006/relationships/customXml" Target="../ink/ink17.xml"/><Relationship Id="rId32" Type="http://schemas.openxmlformats.org/officeDocument/2006/relationships/image" Target="../media/image16.png"/><Relationship Id="rId31" Type="http://schemas.openxmlformats.org/officeDocument/2006/relationships/customXml" Target="../ink/ink16.xml"/><Relationship Id="rId30" Type="http://schemas.openxmlformats.org/officeDocument/2006/relationships/image" Target="../media/image15.png"/><Relationship Id="rId3" Type="http://schemas.openxmlformats.org/officeDocument/2006/relationships/customXml" Target="../ink/ink2.xml"/><Relationship Id="rId29" Type="http://schemas.openxmlformats.org/officeDocument/2006/relationships/customXml" Target="../ink/ink15.xml"/><Relationship Id="rId28" Type="http://schemas.openxmlformats.org/officeDocument/2006/relationships/image" Target="../media/image14.png"/><Relationship Id="rId27" Type="http://schemas.openxmlformats.org/officeDocument/2006/relationships/customXml" Target="../ink/ink14.xml"/><Relationship Id="rId26" Type="http://schemas.openxmlformats.org/officeDocument/2006/relationships/image" Target="../media/image13.png"/><Relationship Id="rId25" Type="http://schemas.openxmlformats.org/officeDocument/2006/relationships/customXml" Target="../ink/ink13.xml"/><Relationship Id="rId24" Type="http://schemas.openxmlformats.org/officeDocument/2006/relationships/image" Target="../media/image12.png"/><Relationship Id="rId23" Type="http://schemas.openxmlformats.org/officeDocument/2006/relationships/customXml" Target="../ink/ink12.xml"/><Relationship Id="rId22" Type="http://schemas.openxmlformats.org/officeDocument/2006/relationships/image" Target="../media/image11.png"/><Relationship Id="rId21" Type="http://schemas.openxmlformats.org/officeDocument/2006/relationships/customXml" Target="../ink/ink11.xml"/><Relationship Id="rId20" Type="http://schemas.openxmlformats.org/officeDocument/2006/relationships/image" Target="../media/image10.png"/><Relationship Id="rId2" Type="http://schemas.openxmlformats.org/officeDocument/2006/relationships/image" Target="../media/image1.png"/><Relationship Id="rId19" Type="http://schemas.openxmlformats.org/officeDocument/2006/relationships/customXml" Target="../ink/ink10.xml"/><Relationship Id="rId18" Type="http://schemas.openxmlformats.org/officeDocument/2006/relationships/image" Target="../media/image9.png"/><Relationship Id="rId17" Type="http://schemas.openxmlformats.org/officeDocument/2006/relationships/customXml" Target="../ink/ink9.xml"/><Relationship Id="rId16" Type="http://schemas.openxmlformats.org/officeDocument/2006/relationships/image" Target="../media/image8.png"/><Relationship Id="rId15" Type="http://schemas.openxmlformats.org/officeDocument/2006/relationships/customXml" Target="../ink/ink8.xml"/><Relationship Id="rId14" Type="http://schemas.openxmlformats.org/officeDocument/2006/relationships/image" Target="../media/image7.png"/><Relationship Id="rId13" Type="http://schemas.openxmlformats.org/officeDocument/2006/relationships/customXml" Target="../ink/ink7.xml"/><Relationship Id="rId12" Type="http://schemas.openxmlformats.org/officeDocument/2006/relationships/image" Target="../media/image6.png"/><Relationship Id="rId11" Type="http://schemas.openxmlformats.org/officeDocument/2006/relationships/customXml" Target="../ink/ink6.xml"/><Relationship Id="rId10" Type="http://schemas.openxmlformats.org/officeDocument/2006/relationships/image" Target="../media/image5.png"/><Relationship Id="rId1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customXml" Target="../ink/ink45.xml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57.png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64.png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7.png"/><Relationship Id="rId3" Type="http://schemas.openxmlformats.org/officeDocument/2006/relationships/customXml" Target="../ink/ink46.xml"/><Relationship Id="rId2" Type="http://schemas.openxmlformats.org/officeDocument/2006/relationships/image" Target="../media/image66.png"/><Relationship Id="rId1" Type="http://schemas.openxmlformats.org/officeDocument/2006/relationships/image" Target="../media/image6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3.png"/><Relationship Id="rId6" Type="http://schemas.openxmlformats.org/officeDocument/2006/relationships/customXml" Target="../ink/ink48.xml"/><Relationship Id="rId5" Type="http://schemas.openxmlformats.org/officeDocument/2006/relationships/image" Target="../media/image72.png"/><Relationship Id="rId4" Type="http://schemas.openxmlformats.org/officeDocument/2006/relationships/customXml" Target="../ink/ink47.xml"/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image" Target="../media/image69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6.png"/><Relationship Id="rId3" Type="http://schemas.openxmlformats.org/officeDocument/2006/relationships/customXml" Target="../ink/ink49.xml"/><Relationship Id="rId2" Type="http://schemas.openxmlformats.org/officeDocument/2006/relationships/image" Target="../media/image75.png"/><Relationship Id="rId1" Type="http://schemas.openxmlformats.org/officeDocument/2006/relationships/image" Target="../media/image74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0.png"/><Relationship Id="rId4" Type="http://schemas.openxmlformats.org/officeDocument/2006/relationships/customXml" Target="../ink/ink50.xml"/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image" Target="../media/image77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3.png"/><Relationship Id="rId3" Type="http://schemas.openxmlformats.org/officeDocument/2006/relationships/customXml" Target="../ink/ink51.xml"/><Relationship Id="rId2" Type="http://schemas.openxmlformats.org/officeDocument/2006/relationships/image" Target="../media/image82.png"/><Relationship Id="rId1" Type="http://schemas.openxmlformats.org/officeDocument/2006/relationships/image" Target="../media/image81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6.png"/><Relationship Id="rId3" Type="http://schemas.openxmlformats.org/officeDocument/2006/relationships/customXml" Target="../ink/ink52.xml"/><Relationship Id="rId2" Type="http://schemas.openxmlformats.org/officeDocument/2006/relationships/image" Target="../media/image85.png"/><Relationship Id="rId1" Type="http://schemas.openxmlformats.org/officeDocument/2006/relationships/image" Target="../media/image8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8.png"/><Relationship Id="rId2" Type="http://schemas.openxmlformats.org/officeDocument/2006/relationships/customXml" Target="../ink/ink53.xml"/><Relationship Id="rId1" Type="http://schemas.openxmlformats.org/officeDocument/2006/relationships/image" Target="../media/image8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1" Type="http://schemas.openxmlformats.org/officeDocument/2006/relationships/image" Target="../media/image89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4.png"/><Relationship Id="rId4" Type="http://schemas.openxmlformats.org/officeDocument/2006/relationships/customXml" Target="../ink/ink54.xml"/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image" Target="../media/image9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6.png"/><Relationship Id="rId1" Type="http://schemas.openxmlformats.org/officeDocument/2006/relationships/image" Target="../media/image95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01.png"/><Relationship Id="rId7" Type="http://schemas.openxmlformats.org/officeDocument/2006/relationships/customXml" Target="../ink/ink57.xml"/><Relationship Id="rId6" Type="http://schemas.openxmlformats.org/officeDocument/2006/relationships/image" Target="../media/image100.png"/><Relationship Id="rId5" Type="http://schemas.openxmlformats.org/officeDocument/2006/relationships/customXml" Target="../ink/ink56.xml"/><Relationship Id="rId4" Type="http://schemas.openxmlformats.org/officeDocument/2006/relationships/image" Target="../media/image99.png"/><Relationship Id="rId3" Type="http://schemas.openxmlformats.org/officeDocument/2006/relationships/customXml" Target="../ink/ink55.xml"/><Relationship Id="rId2" Type="http://schemas.openxmlformats.org/officeDocument/2006/relationships/image" Target="../media/image98.png"/><Relationship Id="rId1" Type="http://schemas.openxmlformats.org/officeDocument/2006/relationships/image" Target="../media/image9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2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05.png"/><Relationship Id="rId3" Type="http://schemas.openxmlformats.org/officeDocument/2006/relationships/customXml" Target="../ink/ink58.xml"/><Relationship Id="rId2" Type="http://schemas.openxmlformats.org/officeDocument/2006/relationships/image" Target="../media/image104.png"/><Relationship Id="rId1" Type="http://schemas.openxmlformats.org/officeDocument/2006/relationships/image" Target="../media/image103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09.png"/><Relationship Id="rId5" Type="http://schemas.openxmlformats.org/officeDocument/2006/relationships/customXml" Target="../ink/ink60.xml"/><Relationship Id="rId4" Type="http://schemas.openxmlformats.org/officeDocument/2006/relationships/image" Target="../media/image108.png"/><Relationship Id="rId3" Type="http://schemas.openxmlformats.org/officeDocument/2006/relationships/customXml" Target="../ink/ink59.xml"/><Relationship Id="rId2" Type="http://schemas.openxmlformats.org/officeDocument/2006/relationships/image" Target="../media/image107.png"/><Relationship Id="rId1" Type="http://schemas.openxmlformats.org/officeDocument/2006/relationships/image" Target="../media/image10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14.png"/><Relationship Id="rId6" Type="http://schemas.openxmlformats.org/officeDocument/2006/relationships/customXml" Target="../ink/ink62.xml"/><Relationship Id="rId5" Type="http://schemas.openxmlformats.org/officeDocument/2006/relationships/image" Target="../media/image113.png"/><Relationship Id="rId4" Type="http://schemas.openxmlformats.org/officeDocument/2006/relationships/customXml" Target="../ink/ink61.xml"/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image" Target="../media/image110.pn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19.png"/><Relationship Id="rId5" Type="http://schemas.openxmlformats.org/officeDocument/2006/relationships/customXml" Target="../ink/ink63.xml"/><Relationship Id="rId4" Type="http://schemas.openxmlformats.org/officeDocument/2006/relationships/image" Target="../media/image118.png"/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image" Target="../media/image115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image" Target="../media/image12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3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26.png"/><Relationship Id="rId3" Type="http://schemas.openxmlformats.org/officeDocument/2006/relationships/customXml" Target="../ink/ink64.xml"/><Relationship Id="rId2" Type="http://schemas.openxmlformats.org/officeDocument/2006/relationships/image" Target="../media/image125.png"/><Relationship Id="rId1" Type="http://schemas.openxmlformats.org/officeDocument/2006/relationships/image" Target="../media/image124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29.png"/><Relationship Id="rId4" Type="http://schemas.openxmlformats.org/officeDocument/2006/relationships/customXml" Target="../ink/ink66.xml"/><Relationship Id="rId3" Type="http://schemas.openxmlformats.org/officeDocument/2006/relationships/image" Target="../media/image128.png"/><Relationship Id="rId2" Type="http://schemas.openxmlformats.org/officeDocument/2006/relationships/customXml" Target="../ink/ink65.xml"/><Relationship Id="rId1" Type="http://schemas.openxmlformats.org/officeDocument/2006/relationships/image" Target="../media/image1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Text Box 5"/>
          <p:cNvSpPr txBox="1">
            <a:spLocks noChangeArrowheads="1"/>
          </p:cNvSpPr>
          <p:nvPr/>
        </p:nvSpPr>
        <p:spPr bwMode="auto">
          <a:xfrm>
            <a:off x="1259632" y="1916112"/>
            <a:ext cx="6768727" cy="64633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3600" b="1" dirty="0" smtClean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数字信号处理</a:t>
            </a:r>
            <a:r>
              <a:rPr kumimoji="1" lang="zh-CN" altLang="en-US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总复习</a:t>
            </a:r>
            <a:endParaRPr lang="en-US" altLang="zh-CN" sz="36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12085" y="3429000"/>
            <a:ext cx="404177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>
                <a:highlight>
                  <a:srgbClr val="FFFF00"/>
                </a:highlight>
              </a:rPr>
              <a:t>呆</a:t>
            </a:r>
            <a:r>
              <a:rPr lang="en-US" altLang="zh-CN" sz="4400">
                <a:highlight>
                  <a:srgbClr val="FFFF00"/>
                </a:highlight>
              </a:rPr>
              <a:t>@</a:t>
            </a:r>
            <a:r>
              <a:rPr lang="zh-CN" altLang="en-US" sz="4400">
                <a:highlight>
                  <a:srgbClr val="FFFF00"/>
                </a:highlight>
              </a:rPr>
              <a:t>西西弗斯</a:t>
            </a:r>
            <a:endParaRPr lang="zh-CN" altLang="en-US" sz="4400">
              <a:highlight>
                <a:srgbClr val="FFFF00"/>
              </a:highlight>
            </a:endParaRPr>
          </a:p>
          <a:p>
            <a:r>
              <a:rPr lang="en-US" altLang="zh-CN" sz="4400">
                <a:highlight>
                  <a:srgbClr val="FFFF00"/>
                </a:highlight>
              </a:rPr>
              <a:t>QQ:2305201452</a:t>
            </a:r>
            <a:endParaRPr lang="en-US" altLang="zh-CN" sz="440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矩形 2"/>
          <p:cNvSpPr/>
          <p:nvPr/>
        </p:nvSpPr>
        <p:spPr>
          <a:xfrm>
            <a:off x="1187624" y="548680"/>
            <a:ext cx="1605280" cy="548639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zh-CN" altLang="zh-CN" sz="2800" b="1" dirty="0">
                <a:solidFill>
                  <a:srgbClr val="FF0000"/>
                </a:solidFill>
              </a:rPr>
              <a:t>复习要点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48586" name="矩形 3"/>
          <p:cNvSpPr/>
          <p:nvPr/>
        </p:nvSpPr>
        <p:spPr>
          <a:xfrm>
            <a:off x="611560" y="1340768"/>
            <a:ext cx="8136904" cy="4206239"/>
          </a:xfrm>
          <a:prstGeom prst="rect">
            <a:avLst/>
          </a:prstGeom>
        </p:spPr>
        <p:txBody>
          <a:bodyPr wrap="square">
            <a:spAutoFit/>
          </a:bodyPr>
          <a:p>
            <a:pPr lvl="0" algn="just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0070C0"/>
                </a:solidFill>
              </a:rPr>
              <a:t>（</a:t>
            </a:r>
            <a:r>
              <a:rPr lang="en-US" altLang="zh-CN" sz="2800" b="1" dirty="0" smtClean="0">
                <a:solidFill>
                  <a:srgbClr val="0070C0"/>
                </a:solidFill>
              </a:rPr>
              <a:t>1</a:t>
            </a:r>
            <a:r>
              <a:rPr lang="zh-CN" altLang="en-US" sz="2800" b="1" dirty="0" smtClean="0">
                <a:solidFill>
                  <a:srgbClr val="0070C0"/>
                </a:solidFill>
              </a:rPr>
              <a:t>）</a:t>
            </a:r>
            <a:r>
              <a:rPr lang="zh-CN" altLang="zh-CN" sz="2800" b="1" dirty="0" smtClean="0">
                <a:solidFill>
                  <a:srgbClr val="0070C0"/>
                </a:solidFill>
              </a:rPr>
              <a:t>离散</a:t>
            </a:r>
            <a:r>
              <a:rPr lang="zh-CN" altLang="zh-CN" sz="2800" b="1" dirty="0">
                <a:solidFill>
                  <a:srgbClr val="0070C0"/>
                </a:solidFill>
              </a:rPr>
              <a:t>时间信号与系统的基本理论、</a:t>
            </a:r>
            <a:r>
              <a:rPr lang="zh-CN" altLang="zh-CN" sz="2800" b="1" dirty="0" smtClean="0">
                <a:solidFill>
                  <a:srgbClr val="0070C0"/>
                </a:solidFill>
              </a:rPr>
              <a:t>信号</a:t>
            </a:r>
            <a:r>
              <a:rPr lang="zh-CN" altLang="zh-CN" sz="2800" b="1" dirty="0">
                <a:solidFill>
                  <a:srgbClr val="0070C0"/>
                </a:solidFill>
              </a:rPr>
              <a:t>的频谱分析</a:t>
            </a:r>
            <a:endParaRPr lang="zh-CN" altLang="zh-CN" sz="2800" b="1" dirty="0">
              <a:solidFill>
                <a:srgbClr val="0070C0"/>
              </a:solidFill>
            </a:endParaRPr>
          </a:p>
          <a:p>
            <a:pPr lvl="0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0070C0"/>
                </a:solidFill>
              </a:rPr>
              <a:t>（</a:t>
            </a:r>
            <a:r>
              <a:rPr lang="en-US" altLang="zh-CN" sz="2800" b="1" dirty="0" smtClean="0">
                <a:solidFill>
                  <a:srgbClr val="0070C0"/>
                </a:solidFill>
              </a:rPr>
              <a:t>2</a:t>
            </a:r>
            <a:r>
              <a:rPr lang="zh-CN" altLang="en-US" sz="2800" b="1" dirty="0" smtClean="0">
                <a:solidFill>
                  <a:srgbClr val="0070C0"/>
                </a:solidFill>
              </a:rPr>
              <a:t>）</a:t>
            </a:r>
            <a:r>
              <a:rPr lang="zh-CN" altLang="zh-CN" sz="2800" b="1" dirty="0" smtClean="0">
                <a:solidFill>
                  <a:srgbClr val="0070C0"/>
                </a:solidFill>
              </a:rPr>
              <a:t>离散</a:t>
            </a:r>
            <a:r>
              <a:rPr lang="zh-CN" altLang="zh-CN" sz="2800" b="1" dirty="0">
                <a:solidFill>
                  <a:srgbClr val="0070C0"/>
                </a:solidFill>
              </a:rPr>
              <a:t>傅立叶变换、快速傅立叶变换</a:t>
            </a:r>
            <a:endParaRPr lang="zh-CN" altLang="zh-CN" sz="2800" b="1" dirty="0">
              <a:solidFill>
                <a:srgbClr val="0070C0"/>
              </a:solidFill>
            </a:endParaRPr>
          </a:p>
          <a:p>
            <a:pPr lvl="0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0070C0"/>
                </a:solidFill>
              </a:rPr>
              <a:t>（</a:t>
            </a:r>
            <a:r>
              <a:rPr lang="en-US" altLang="zh-CN" sz="2800" b="1" dirty="0" smtClean="0">
                <a:solidFill>
                  <a:srgbClr val="0070C0"/>
                </a:solidFill>
              </a:rPr>
              <a:t>3</a:t>
            </a:r>
            <a:r>
              <a:rPr lang="zh-CN" altLang="en-US" sz="2800" b="1" dirty="0" smtClean="0">
                <a:solidFill>
                  <a:srgbClr val="0070C0"/>
                </a:solidFill>
              </a:rPr>
              <a:t>）</a:t>
            </a:r>
            <a:r>
              <a:rPr lang="zh-CN" altLang="zh-CN" sz="2800" b="1" dirty="0" smtClean="0">
                <a:solidFill>
                  <a:srgbClr val="0070C0"/>
                </a:solidFill>
              </a:rPr>
              <a:t>数字滤波器</a:t>
            </a:r>
            <a:r>
              <a:rPr lang="zh-CN" altLang="zh-CN" sz="2800" b="1" dirty="0">
                <a:solidFill>
                  <a:srgbClr val="0070C0"/>
                </a:solidFill>
              </a:rPr>
              <a:t>的</a:t>
            </a:r>
            <a:r>
              <a:rPr lang="zh-CN" altLang="zh-CN" sz="2800" b="1" dirty="0" smtClean="0">
                <a:solidFill>
                  <a:srgbClr val="0070C0"/>
                </a:solidFill>
              </a:rPr>
              <a:t>设计</a:t>
            </a:r>
            <a:r>
              <a:rPr lang="zh-CN" altLang="en-US" sz="2800" b="1" dirty="0" smtClean="0">
                <a:solidFill>
                  <a:srgbClr val="0070C0"/>
                </a:solidFill>
              </a:rPr>
              <a:t>（</a:t>
            </a:r>
            <a:r>
              <a:rPr lang="en-US" altLang="zh-CN" sz="2800" b="1" dirty="0">
                <a:solidFill>
                  <a:srgbClr val="0070C0"/>
                </a:solidFill>
              </a:rPr>
              <a:t>IIR</a:t>
            </a:r>
            <a:r>
              <a:rPr lang="zh-CN" altLang="zh-CN" sz="2800" b="1" dirty="0">
                <a:solidFill>
                  <a:srgbClr val="0070C0"/>
                </a:solidFill>
              </a:rPr>
              <a:t>滤波器和</a:t>
            </a:r>
            <a:r>
              <a:rPr lang="en-US" altLang="zh-CN" sz="2800" b="1" dirty="0">
                <a:solidFill>
                  <a:srgbClr val="0070C0"/>
                </a:solidFill>
              </a:rPr>
              <a:t>FIR</a:t>
            </a:r>
            <a:r>
              <a:rPr lang="zh-CN" altLang="zh-CN" sz="2800" b="1" dirty="0">
                <a:solidFill>
                  <a:srgbClr val="0070C0"/>
                </a:solidFill>
              </a:rPr>
              <a:t>滤波器</a:t>
            </a:r>
            <a:r>
              <a:rPr lang="zh-CN" altLang="en-US" sz="2800" b="1" dirty="0" smtClean="0">
                <a:solidFill>
                  <a:srgbClr val="0070C0"/>
                </a:solidFill>
              </a:rPr>
              <a:t>）</a:t>
            </a:r>
            <a:endParaRPr lang="zh-CN" altLang="zh-CN" sz="2800" b="1" dirty="0">
              <a:solidFill>
                <a:srgbClr val="0070C0"/>
              </a:solidFill>
            </a:endParaRPr>
          </a:p>
          <a:p>
            <a:pPr lvl="0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0070C0"/>
                </a:solidFill>
              </a:rPr>
              <a:t>（</a:t>
            </a:r>
            <a:r>
              <a:rPr lang="en-US" altLang="zh-CN" sz="2800" b="1" dirty="0" smtClean="0">
                <a:solidFill>
                  <a:srgbClr val="0070C0"/>
                </a:solidFill>
              </a:rPr>
              <a:t>4</a:t>
            </a:r>
            <a:r>
              <a:rPr lang="zh-CN" altLang="en-US" sz="2800" b="1" dirty="0" smtClean="0">
                <a:solidFill>
                  <a:srgbClr val="0070C0"/>
                </a:solidFill>
              </a:rPr>
              <a:t>）</a:t>
            </a:r>
            <a:r>
              <a:rPr lang="zh-CN" altLang="zh-CN" sz="2800" b="1" dirty="0" smtClean="0">
                <a:solidFill>
                  <a:srgbClr val="0070C0"/>
                </a:solidFill>
              </a:rPr>
              <a:t>数字滤波器</a:t>
            </a:r>
            <a:r>
              <a:rPr lang="zh-CN" altLang="zh-CN" sz="2800" b="1" dirty="0">
                <a:solidFill>
                  <a:srgbClr val="0070C0"/>
                </a:solidFill>
              </a:rPr>
              <a:t>的结构实现（</a:t>
            </a:r>
            <a:r>
              <a:rPr lang="en-US" altLang="zh-CN" sz="2800" b="1" dirty="0">
                <a:solidFill>
                  <a:srgbClr val="0070C0"/>
                </a:solidFill>
              </a:rPr>
              <a:t>* IIR</a:t>
            </a:r>
            <a:r>
              <a:rPr lang="zh-CN" altLang="zh-CN" sz="2800" b="1" dirty="0">
                <a:solidFill>
                  <a:srgbClr val="0070C0"/>
                </a:solidFill>
              </a:rPr>
              <a:t>滤波器的直接</a:t>
            </a:r>
            <a:r>
              <a:rPr lang="en-US" altLang="zh-CN" sz="2800" b="1" dirty="0">
                <a:solidFill>
                  <a:srgbClr val="0070C0"/>
                </a:solidFill>
              </a:rPr>
              <a:t>I</a:t>
            </a:r>
            <a:r>
              <a:rPr lang="zh-CN" altLang="zh-CN" sz="2800" b="1" dirty="0">
                <a:solidFill>
                  <a:srgbClr val="0070C0"/>
                </a:solidFill>
              </a:rPr>
              <a:t>型和直接</a:t>
            </a:r>
            <a:r>
              <a:rPr lang="en-US" altLang="zh-CN" sz="2800" b="1" dirty="0">
                <a:solidFill>
                  <a:srgbClr val="0070C0"/>
                </a:solidFill>
              </a:rPr>
              <a:t>II</a:t>
            </a:r>
            <a:r>
              <a:rPr lang="zh-CN" altLang="zh-CN" sz="2800" b="1" dirty="0">
                <a:solidFill>
                  <a:srgbClr val="0070C0"/>
                </a:solidFill>
              </a:rPr>
              <a:t>型）</a:t>
            </a:r>
            <a:endParaRPr lang="zh-CN" altLang="zh-CN" sz="28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1048683" name="墨迹 1048682"/>
              <p14:cNvContentPartPr/>
              <p14:nvPr/>
            </p14:nvContentPartPr>
            <p14:xfrm>
              <a:off x="4936223" y="4145323"/>
              <a:ext cx="3585630" cy="745863"/>
            </p14:xfrm>
          </p:contentPart>
        </mc:Choice>
        <mc:Fallback xmlns="">
          <p:pic>
            <p:nvPicPr>
              <p:cNvPr id="1048683" name="墨迹 1048682"/>
            </p:nvPicPr>
            <p:blipFill>
              <a:blip r:embed="rId2"/>
            </p:blipFill>
            <p:spPr>
              <a:xfrm>
                <a:off x="4936223" y="4145323"/>
                <a:ext cx="3585630" cy="745863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048684" name="墨迹 1048683"/>
              <p14:cNvContentPartPr/>
              <p14:nvPr/>
            </p14:nvContentPartPr>
            <p14:xfrm>
              <a:off x="5022357" y="4120707"/>
              <a:ext cx="2859645" cy="696631"/>
            </p14:xfrm>
          </p:contentPart>
        </mc:Choice>
        <mc:Fallback xmlns="">
          <p:pic>
            <p:nvPicPr>
              <p:cNvPr id="1048684" name="墨迹 1048683"/>
            </p:nvPicPr>
            <p:blipFill>
              <a:blip r:embed="rId4"/>
            </p:blipFill>
            <p:spPr>
              <a:xfrm>
                <a:off x="5022357" y="4120707"/>
                <a:ext cx="2859645" cy="696631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1048685" name="墨迹 1048684"/>
              <p14:cNvContentPartPr/>
              <p14:nvPr/>
            </p14:nvContentPartPr>
            <p14:xfrm>
              <a:off x="469565" y="4741029"/>
              <a:ext cx="2296083" cy="915712"/>
            </p14:xfrm>
          </p:contentPart>
        </mc:Choice>
        <mc:Fallback xmlns="">
          <p:pic>
            <p:nvPicPr>
              <p:cNvPr id="1048685" name="墨迹 1048684"/>
            </p:nvPicPr>
            <p:blipFill>
              <a:blip r:embed="rId6"/>
            </p:blipFill>
            <p:spPr>
              <a:xfrm>
                <a:off x="469565" y="4741029"/>
                <a:ext cx="2296083" cy="915712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1048687" name="墨迹 1048686"/>
              <p14:cNvContentPartPr/>
              <p14:nvPr/>
            </p14:nvContentPartPr>
            <p14:xfrm>
              <a:off x="2866548" y="753096"/>
              <a:ext cx="231428" cy="32820"/>
            </p14:xfrm>
          </p:contentPart>
        </mc:Choice>
        <mc:Fallback xmlns="">
          <p:pic>
            <p:nvPicPr>
              <p:cNvPr id="1048687" name="墨迹 1048686"/>
            </p:nvPicPr>
            <p:blipFill>
              <a:blip r:embed="rId8"/>
            </p:blipFill>
            <p:spPr>
              <a:xfrm>
                <a:off x="2866548" y="753096"/>
                <a:ext cx="231428" cy="328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1048688" name="墨迹 1048687"/>
              <p14:cNvContentPartPr/>
              <p14:nvPr/>
            </p14:nvContentPartPr>
            <p14:xfrm>
              <a:off x="2962060" y="640366"/>
              <a:ext cx="60882" cy="375190"/>
            </p14:xfrm>
          </p:contentPart>
        </mc:Choice>
        <mc:Fallback xmlns="">
          <p:pic>
            <p:nvPicPr>
              <p:cNvPr id="1048688" name="墨迹 1048687"/>
            </p:nvPicPr>
            <p:blipFill>
              <a:blip r:embed="rId10"/>
            </p:blipFill>
            <p:spPr>
              <a:xfrm>
                <a:off x="2962060" y="640366"/>
                <a:ext cx="60882" cy="3751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1048689" name="墨迹 1048688"/>
              <p14:cNvContentPartPr/>
              <p14:nvPr/>
            </p14:nvContentPartPr>
            <p14:xfrm>
              <a:off x="3272608" y="634602"/>
              <a:ext cx="200888" cy="40225"/>
            </p14:xfrm>
          </p:contentPart>
        </mc:Choice>
        <mc:Fallback xmlns="">
          <p:pic>
            <p:nvPicPr>
              <p:cNvPr id="1048689" name="墨迹 1048688"/>
            </p:nvPicPr>
            <p:blipFill>
              <a:blip r:embed="rId12"/>
            </p:blipFill>
            <p:spPr>
              <a:xfrm>
                <a:off x="3272608" y="634602"/>
                <a:ext cx="200888" cy="402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1048690" name="墨迹 1048689"/>
              <p14:cNvContentPartPr/>
              <p14:nvPr/>
            </p14:nvContentPartPr>
            <p14:xfrm>
              <a:off x="3239343" y="640366"/>
              <a:ext cx="270205" cy="349439"/>
            </p14:xfrm>
          </p:contentPart>
        </mc:Choice>
        <mc:Fallback xmlns="">
          <p:pic>
            <p:nvPicPr>
              <p:cNvPr id="1048690" name="墨迹 1048689"/>
            </p:nvPicPr>
            <p:blipFill>
              <a:blip r:embed="rId14"/>
            </p:blipFill>
            <p:spPr>
              <a:xfrm>
                <a:off x="3239343" y="640366"/>
                <a:ext cx="270205" cy="349439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1048693" name="墨迹 1048692"/>
              <p14:cNvContentPartPr/>
              <p14:nvPr/>
            </p14:nvContentPartPr>
            <p14:xfrm>
              <a:off x="3782039" y="593365"/>
              <a:ext cx="237746" cy="348366"/>
            </p14:xfrm>
          </p:contentPart>
        </mc:Choice>
        <mc:Fallback xmlns="">
          <p:pic>
            <p:nvPicPr>
              <p:cNvPr id="1048693" name="墨迹 1048692"/>
            </p:nvPicPr>
            <p:blipFill>
              <a:blip r:embed="rId16"/>
            </p:blipFill>
            <p:spPr>
              <a:xfrm>
                <a:off x="3782039" y="593365"/>
                <a:ext cx="237746" cy="348366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1048694" name="墨迹 1048693"/>
              <p14:cNvContentPartPr/>
              <p14:nvPr/>
            </p14:nvContentPartPr>
            <p14:xfrm>
              <a:off x="4121642" y="849601"/>
              <a:ext cx="52249" cy="158601"/>
            </p14:xfrm>
          </p:contentPart>
        </mc:Choice>
        <mc:Fallback xmlns="">
          <p:pic>
            <p:nvPicPr>
              <p:cNvPr id="1048694" name="墨迹 1048693"/>
            </p:nvPicPr>
            <p:blipFill>
              <a:blip r:embed="rId18"/>
            </p:blipFill>
            <p:spPr>
              <a:xfrm>
                <a:off x="4121642" y="849601"/>
                <a:ext cx="52249" cy="158601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1048695" name="墨迹 1048694"/>
              <p14:cNvContentPartPr/>
              <p14:nvPr/>
            </p14:nvContentPartPr>
            <p14:xfrm>
              <a:off x="0" y="0"/>
              <a:ext cx="0" cy="0"/>
            </p14:xfrm>
          </p:contentPart>
        </mc:Choice>
        <mc:Fallback xmlns="">
          <p:pic>
            <p:nvPicPr>
              <p:cNvPr id="1048695" name="墨迹 1048694"/>
            </p:nvPicPr>
            <p:blipFill>
              <a:blip r:embed="rId20"/>
            </p:blipFill>
            <p:spPr>
              <a:xfrm>
                <a:off x="0" y="0"/>
                <a:ext cx="0" cy="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1048696" name="墨迹 1048695"/>
              <p14:cNvContentPartPr/>
              <p14:nvPr/>
            </p14:nvContentPartPr>
            <p14:xfrm>
              <a:off x="3602378" y="617302"/>
              <a:ext cx="171736" cy="23064"/>
            </p14:xfrm>
          </p:contentPart>
        </mc:Choice>
        <mc:Fallback xmlns="">
          <p:pic>
            <p:nvPicPr>
              <p:cNvPr id="1048696" name="墨迹 1048695"/>
            </p:nvPicPr>
            <p:blipFill>
              <a:blip r:embed="rId22"/>
            </p:blipFill>
            <p:spPr>
              <a:xfrm>
                <a:off x="3602378" y="617302"/>
                <a:ext cx="171736" cy="23064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1048697" name="墨迹 1048696"/>
              <p14:cNvContentPartPr/>
              <p14:nvPr/>
            </p14:nvContentPartPr>
            <p14:xfrm>
              <a:off x="3624495" y="610826"/>
              <a:ext cx="66179" cy="356660"/>
            </p14:xfrm>
          </p:contentPart>
        </mc:Choice>
        <mc:Fallback xmlns="">
          <p:pic>
            <p:nvPicPr>
              <p:cNvPr id="1048697" name="墨迹 1048696"/>
            </p:nvPicPr>
            <p:blipFill>
              <a:blip r:embed="rId24"/>
            </p:blipFill>
            <p:spPr>
              <a:xfrm>
                <a:off x="3624495" y="610826"/>
                <a:ext cx="66179" cy="3566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1048698" name="墨迹 1048697"/>
              <p14:cNvContentPartPr/>
              <p14:nvPr/>
            </p14:nvContentPartPr>
            <p14:xfrm>
              <a:off x="3526088" y="989912"/>
              <a:ext cx="230280" cy="20108"/>
            </p14:xfrm>
          </p:contentPart>
        </mc:Choice>
        <mc:Fallback xmlns="">
          <p:pic>
            <p:nvPicPr>
              <p:cNvPr id="1048698" name="墨迹 1048697"/>
            </p:nvPicPr>
            <p:blipFill>
              <a:blip r:embed="rId26"/>
            </p:blipFill>
            <p:spPr>
              <a:xfrm>
                <a:off x="3526088" y="989912"/>
                <a:ext cx="230280" cy="20108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1048699" name="墨迹 1048698"/>
              <p14:cNvContentPartPr/>
              <p14:nvPr/>
            </p14:nvContentPartPr>
            <p14:xfrm>
              <a:off x="4367021" y="664981"/>
              <a:ext cx="47737" cy="332235"/>
            </p14:xfrm>
          </p:contentPart>
        </mc:Choice>
        <mc:Fallback xmlns="">
          <p:pic>
            <p:nvPicPr>
              <p:cNvPr id="1048699" name="墨迹 1048698"/>
            </p:nvPicPr>
            <p:blipFill>
              <a:blip r:embed="rId28"/>
            </p:blipFill>
            <p:spPr>
              <a:xfrm>
                <a:off x="4367021" y="664981"/>
                <a:ext cx="47737" cy="3322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" p14:bwMode="auto">
            <p14:nvContentPartPr>
              <p14:cNvPr id="1048700" name="墨迹 1048699"/>
              <p14:cNvContentPartPr/>
              <p14:nvPr/>
            </p14:nvContentPartPr>
            <p14:xfrm>
              <a:off x="4384239" y="671855"/>
              <a:ext cx="178721" cy="343480"/>
            </p14:xfrm>
          </p:contentPart>
        </mc:Choice>
        <mc:Fallback xmlns="">
          <p:pic>
            <p:nvPicPr>
              <p:cNvPr id="1048700" name="墨迹 1048699"/>
            </p:nvPicPr>
            <p:blipFill>
              <a:blip r:embed="rId30"/>
            </p:blipFill>
            <p:spPr>
              <a:xfrm>
                <a:off x="4384239" y="671855"/>
                <a:ext cx="178721" cy="343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" p14:bwMode="auto">
            <p14:nvContentPartPr>
              <p14:cNvPr id="1048701" name="墨迹 1048700"/>
              <p14:cNvContentPartPr/>
              <p14:nvPr/>
            </p14:nvContentPartPr>
            <p14:xfrm>
              <a:off x="4635985" y="657597"/>
              <a:ext cx="167982" cy="26186"/>
            </p14:xfrm>
          </p:contentPart>
        </mc:Choice>
        <mc:Fallback xmlns="">
          <p:pic>
            <p:nvPicPr>
              <p:cNvPr id="1048701" name="墨迹 1048700"/>
            </p:nvPicPr>
            <p:blipFill>
              <a:blip r:embed="rId32"/>
            </p:blipFill>
            <p:spPr>
              <a:xfrm>
                <a:off x="4635985" y="657597"/>
                <a:ext cx="167982" cy="26186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3" p14:bwMode="auto">
            <p14:nvContentPartPr>
              <p14:cNvPr id="1048702" name="墨迹 1048701"/>
              <p14:cNvContentPartPr/>
              <p14:nvPr/>
            </p14:nvContentPartPr>
            <p14:xfrm>
              <a:off x="4644197" y="682213"/>
              <a:ext cx="82843" cy="293800"/>
            </p14:xfrm>
          </p:contentPart>
        </mc:Choice>
        <mc:Fallback xmlns="">
          <p:pic>
            <p:nvPicPr>
              <p:cNvPr id="1048702" name="墨迹 1048701"/>
            </p:nvPicPr>
            <p:blipFill>
              <a:blip r:embed="rId34"/>
            </p:blipFill>
            <p:spPr>
              <a:xfrm>
                <a:off x="4644197" y="682213"/>
                <a:ext cx="82843" cy="2938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5" p14:bwMode="auto">
            <p14:nvContentPartPr>
              <p14:cNvPr id="1048703" name="墨迹 1048702"/>
              <p14:cNvContentPartPr/>
              <p14:nvPr/>
            </p14:nvContentPartPr>
            <p14:xfrm>
              <a:off x="4858752" y="672366"/>
              <a:ext cx="47446" cy="312586"/>
            </p14:xfrm>
          </p:contentPart>
        </mc:Choice>
        <mc:Fallback xmlns="">
          <p:pic>
            <p:nvPicPr>
              <p:cNvPr id="1048703" name="墨迹 1048702"/>
            </p:nvPicPr>
            <p:blipFill>
              <a:blip r:embed="rId36"/>
            </p:blipFill>
            <p:spPr>
              <a:xfrm>
                <a:off x="4858752" y="672366"/>
                <a:ext cx="47446" cy="312586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7" p14:bwMode="auto">
            <p14:nvContentPartPr>
              <p14:cNvPr id="1048704" name="墨迹 1048703"/>
              <p14:cNvContentPartPr/>
              <p14:nvPr/>
            </p14:nvContentPartPr>
            <p14:xfrm>
              <a:off x="4889465" y="705730"/>
              <a:ext cx="140647" cy="55253"/>
            </p14:xfrm>
          </p:contentPart>
        </mc:Choice>
        <mc:Fallback xmlns="">
          <p:pic>
            <p:nvPicPr>
              <p:cNvPr id="1048704" name="墨迹 1048703"/>
            </p:nvPicPr>
            <p:blipFill>
              <a:blip r:embed="rId38"/>
            </p:blipFill>
            <p:spPr>
              <a:xfrm>
                <a:off x="4889465" y="705730"/>
                <a:ext cx="140647" cy="55253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9" p14:bwMode="auto">
            <p14:nvContentPartPr>
              <p14:cNvPr id="1048705" name="墨迹 1048704"/>
              <p14:cNvContentPartPr/>
              <p14:nvPr/>
            </p14:nvContentPartPr>
            <p14:xfrm>
              <a:off x="4890674" y="780676"/>
              <a:ext cx="183363" cy="64534"/>
            </p14:xfrm>
          </p:contentPart>
        </mc:Choice>
        <mc:Fallback xmlns="">
          <p:pic>
            <p:nvPicPr>
              <p:cNvPr id="1048705" name="墨迹 1048704"/>
            </p:nvPicPr>
            <p:blipFill>
              <a:blip r:embed="rId40"/>
            </p:blipFill>
            <p:spPr>
              <a:xfrm>
                <a:off x="4890674" y="780676"/>
                <a:ext cx="183363" cy="64534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1" p14:bwMode="auto">
            <p14:nvContentPartPr>
              <p14:cNvPr id="1048706" name="墨迹 1048705"/>
              <p14:cNvContentPartPr/>
              <p14:nvPr/>
            </p14:nvContentPartPr>
            <p14:xfrm>
              <a:off x="5122929" y="706828"/>
              <a:ext cx="15004" cy="236677"/>
            </p14:xfrm>
          </p:contentPart>
        </mc:Choice>
        <mc:Fallback xmlns="">
          <p:pic>
            <p:nvPicPr>
              <p:cNvPr id="1048706" name="墨迹 1048705"/>
            </p:nvPicPr>
            <p:blipFill>
              <a:blip r:embed="rId42"/>
            </p:blipFill>
            <p:spPr>
              <a:xfrm>
                <a:off x="5122929" y="706828"/>
                <a:ext cx="15004" cy="23667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3" p14:bwMode="auto">
            <p14:nvContentPartPr>
              <p14:cNvPr id="1048707" name="墨迹 1048706"/>
              <p14:cNvContentPartPr/>
              <p14:nvPr/>
            </p14:nvContentPartPr>
            <p14:xfrm>
              <a:off x="5088803" y="710181"/>
              <a:ext cx="122934" cy="26762"/>
            </p14:xfrm>
          </p:contentPart>
        </mc:Choice>
        <mc:Fallback xmlns="">
          <p:pic>
            <p:nvPicPr>
              <p:cNvPr id="1048707" name="墨迹 1048706"/>
            </p:nvPicPr>
            <p:blipFill>
              <a:blip r:embed="rId44"/>
            </p:blipFill>
            <p:spPr>
              <a:xfrm>
                <a:off x="5088803" y="710181"/>
                <a:ext cx="122934" cy="26762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5" p14:bwMode="auto">
            <p14:nvContentPartPr>
              <p14:cNvPr id="1048708" name="墨迹 1048707"/>
              <p14:cNvContentPartPr/>
              <p14:nvPr/>
            </p14:nvContentPartPr>
            <p14:xfrm>
              <a:off x="5321124" y="603041"/>
              <a:ext cx="112320" cy="176331"/>
            </p14:xfrm>
          </p:contentPart>
        </mc:Choice>
        <mc:Fallback xmlns="">
          <p:pic>
            <p:nvPicPr>
              <p:cNvPr id="1048708" name="墨迹 1048707"/>
            </p:nvPicPr>
            <p:blipFill>
              <a:blip r:embed="rId46"/>
            </p:blipFill>
            <p:spPr>
              <a:xfrm>
                <a:off x="5321124" y="603041"/>
                <a:ext cx="112320" cy="176331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7" p14:bwMode="auto">
            <p14:nvContentPartPr>
              <p14:cNvPr id="1048709" name="墨迹 1048708"/>
              <p14:cNvContentPartPr/>
              <p14:nvPr/>
            </p14:nvContentPartPr>
            <p14:xfrm>
              <a:off x="5391637" y="691511"/>
              <a:ext cx="124381" cy="81959"/>
            </p14:xfrm>
          </p:contentPart>
        </mc:Choice>
        <mc:Fallback xmlns="">
          <p:pic>
            <p:nvPicPr>
              <p:cNvPr id="1048709" name="墨迹 1048708"/>
            </p:nvPicPr>
            <p:blipFill>
              <a:blip r:embed="rId48"/>
            </p:blipFill>
            <p:spPr>
              <a:xfrm>
                <a:off x="5391637" y="691511"/>
                <a:ext cx="124381" cy="81959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9" p14:bwMode="auto">
            <p14:nvContentPartPr>
              <p14:cNvPr id="1048710" name="墨迹 1048709"/>
              <p14:cNvContentPartPr/>
              <p14:nvPr/>
            </p14:nvContentPartPr>
            <p14:xfrm>
              <a:off x="5466995" y="615749"/>
              <a:ext cx="121576" cy="123267"/>
            </p14:xfrm>
          </p:contentPart>
        </mc:Choice>
        <mc:Fallback xmlns="">
          <p:pic>
            <p:nvPicPr>
              <p:cNvPr id="1048710" name="墨迹 1048709"/>
            </p:nvPicPr>
            <p:blipFill>
              <a:blip r:embed="rId50"/>
            </p:blipFill>
            <p:spPr>
              <a:xfrm>
                <a:off x="5466995" y="615749"/>
                <a:ext cx="121576" cy="12326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1" p14:bwMode="auto">
            <p14:nvContentPartPr>
              <p14:cNvPr id="1048711" name="墨迹 1048710"/>
              <p14:cNvContentPartPr/>
              <p14:nvPr/>
            </p14:nvContentPartPr>
            <p14:xfrm>
              <a:off x="5529316" y="696982"/>
              <a:ext cx="2989" cy="23597"/>
            </p14:xfrm>
          </p:contentPart>
        </mc:Choice>
        <mc:Fallback xmlns="">
          <p:pic>
            <p:nvPicPr>
              <p:cNvPr id="1048711" name="墨迹 1048710"/>
            </p:nvPicPr>
            <p:blipFill>
              <a:blip r:embed="rId52"/>
            </p:blipFill>
            <p:spPr>
              <a:xfrm>
                <a:off x="5529316" y="696982"/>
                <a:ext cx="2989" cy="2359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3" p14:bwMode="auto">
            <p14:nvContentPartPr>
              <p14:cNvPr id="1048712" name="墨迹 1048711"/>
              <p14:cNvContentPartPr/>
              <p14:nvPr/>
            </p14:nvContentPartPr>
            <p14:xfrm>
              <a:off x="5359510" y="791325"/>
              <a:ext cx="187715" cy="55042"/>
            </p14:xfrm>
          </p:contentPart>
        </mc:Choice>
        <mc:Fallback xmlns="">
          <p:pic>
            <p:nvPicPr>
              <p:cNvPr id="1048712" name="墨迹 1048711"/>
            </p:nvPicPr>
            <p:blipFill>
              <a:blip r:embed="rId54"/>
            </p:blipFill>
            <p:spPr>
              <a:xfrm>
                <a:off x="5359510" y="791325"/>
                <a:ext cx="187715" cy="55042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5" p14:bwMode="auto">
            <p14:nvContentPartPr>
              <p14:cNvPr id="1048713" name="墨迹 1048712"/>
              <p14:cNvContentPartPr/>
              <p14:nvPr/>
            </p14:nvContentPartPr>
            <p14:xfrm>
              <a:off x="5363371" y="758522"/>
              <a:ext cx="178173" cy="209508"/>
            </p14:xfrm>
          </p:contentPart>
        </mc:Choice>
        <mc:Fallback xmlns="">
          <p:pic>
            <p:nvPicPr>
              <p:cNvPr id="1048713" name="墨迹 1048712"/>
            </p:nvPicPr>
            <p:blipFill>
              <a:blip r:embed="rId56"/>
            </p:blipFill>
            <p:spPr>
              <a:xfrm>
                <a:off x="5363371" y="758522"/>
                <a:ext cx="178173" cy="209508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7" p14:bwMode="auto">
            <p14:nvContentPartPr>
              <p14:cNvPr id="1048714" name="墨迹 1048713"/>
              <p14:cNvContentPartPr/>
              <p14:nvPr/>
            </p14:nvContentPartPr>
            <p14:xfrm>
              <a:off x="5376826" y="864371"/>
              <a:ext cx="109598" cy="283208"/>
            </p14:xfrm>
          </p:contentPart>
        </mc:Choice>
        <mc:Fallback xmlns="">
          <p:pic>
            <p:nvPicPr>
              <p:cNvPr id="1048714" name="墨迹 1048713"/>
            </p:nvPicPr>
            <p:blipFill>
              <a:blip r:embed="rId58"/>
            </p:blipFill>
            <p:spPr>
              <a:xfrm>
                <a:off x="5376826" y="864371"/>
                <a:ext cx="109598" cy="283208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9" p14:bwMode="auto">
            <p14:nvContentPartPr>
              <p14:cNvPr id="1048715" name="墨迹 1048714"/>
              <p14:cNvContentPartPr/>
              <p14:nvPr/>
            </p14:nvContentPartPr>
            <p14:xfrm>
              <a:off x="5770491" y="706026"/>
              <a:ext cx="283671" cy="224351"/>
            </p14:xfrm>
          </p:contentPart>
        </mc:Choice>
        <mc:Fallback xmlns="">
          <p:pic>
            <p:nvPicPr>
              <p:cNvPr id="1048715" name="墨迹 1048714"/>
            </p:nvPicPr>
            <p:blipFill>
              <a:blip r:embed="rId60"/>
            </p:blipFill>
            <p:spPr>
              <a:xfrm>
                <a:off x="5770491" y="706026"/>
                <a:ext cx="283671" cy="224351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1" p14:bwMode="auto">
            <p14:nvContentPartPr>
              <p14:cNvPr id="1048716" name="墨迹 1048715"/>
              <p14:cNvContentPartPr/>
              <p14:nvPr/>
            </p14:nvContentPartPr>
            <p14:xfrm>
              <a:off x="5861683" y="628057"/>
              <a:ext cx="78615" cy="426317"/>
            </p14:xfrm>
          </p:contentPart>
        </mc:Choice>
        <mc:Fallback xmlns="">
          <p:pic>
            <p:nvPicPr>
              <p:cNvPr id="1048716" name="墨迹 1048715"/>
            </p:nvPicPr>
            <p:blipFill>
              <a:blip r:embed="rId62"/>
            </p:blipFill>
            <p:spPr>
              <a:xfrm>
                <a:off x="5861683" y="628057"/>
                <a:ext cx="78615" cy="42631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3" p14:bwMode="auto">
            <p14:nvContentPartPr>
              <p14:cNvPr id="1048717" name="墨迹 1048716"/>
              <p14:cNvContentPartPr/>
              <p14:nvPr/>
            </p14:nvContentPartPr>
            <p14:xfrm>
              <a:off x="6242036" y="598518"/>
              <a:ext cx="37828" cy="135673"/>
            </p14:xfrm>
          </p:contentPart>
        </mc:Choice>
        <mc:Fallback xmlns="">
          <p:pic>
            <p:nvPicPr>
              <p:cNvPr id="1048717" name="墨迹 1048716"/>
            </p:nvPicPr>
            <p:blipFill>
              <a:blip r:embed="rId64"/>
            </p:blipFill>
            <p:spPr>
              <a:xfrm>
                <a:off x="6242036" y="598518"/>
                <a:ext cx="37828" cy="135673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5" p14:bwMode="auto">
            <p14:nvContentPartPr>
              <p14:cNvPr id="1048718" name="墨迹 1048717"/>
              <p14:cNvContentPartPr/>
              <p14:nvPr/>
            </p14:nvContentPartPr>
            <p14:xfrm>
              <a:off x="6122410" y="722192"/>
              <a:ext cx="246483" cy="49919"/>
            </p14:xfrm>
          </p:contentPart>
        </mc:Choice>
        <mc:Fallback xmlns="">
          <p:pic>
            <p:nvPicPr>
              <p:cNvPr id="1048718" name="墨迹 1048717"/>
            </p:nvPicPr>
            <p:blipFill>
              <a:blip r:embed="rId66"/>
            </p:blipFill>
            <p:spPr>
              <a:xfrm>
                <a:off x="6122410" y="722192"/>
                <a:ext cx="246483" cy="49919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7" p14:bwMode="auto">
            <p14:nvContentPartPr>
              <p14:cNvPr id="1048719" name="墨迹 1048718"/>
              <p14:cNvContentPartPr/>
              <p14:nvPr/>
            </p14:nvContentPartPr>
            <p14:xfrm>
              <a:off x="6060855" y="733906"/>
              <a:ext cx="340726" cy="281952"/>
            </p14:xfrm>
          </p:contentPart>
        </mc:Choice>
        <mc:Fallback xmlns="">
          <p:pic>
            <p:nvPicPr>
              <p:cNvPr id="1048719" name="墨迹 1048718"/>
            </p:nvPicPr>
            <p:blipFill>
              <a:blip r:embed="rId68"/>
            </p:blipFill>
            <p:spPr>
              <a:xfrm>
                <a:off x="6060855" y="733906"/>
                <a:ext cx="340726" cy="281952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9" p14:bwMode="auto">
            <p14:nvContentPartPr>
              <p14:cNvPr id="1048728" name="墨迹 1048727"/>
              <p14:cNvContentPartPr/>
              <p14:nvPr/>
            </p14:nvContentPartPr>
            <p14:xfrm>
              <a:off x="6458228" y="610826"/>
              <a:ext cx="230205" cy="245228"/>
            </p14:xfrm>
          </p:contentPart>
        </mc:Choice>
        <mc:Fallback xmlns="">
          <p:pic>
            <p:nvPicPr>
              <p:cNvPr id="1048728" name="墨迹 1048727"/>
            </p:nvPicPr>
            <p:blipFill>
              <a:blip r:embed="rId70"/>
            </p:blipFill>
            <p:spPr>
              <a:xfrm>
                <a:off x="6458228" y="610826"/>
                <a:ext cx="230205" cy="245228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1" p14:bwMode="auto">
            <p14:nvContentPartPr>
              <p14:cNvPr id="1048729" name="墨迹 1048728"/>
              <p14:cNvContentPartPr/>
              <p14:nvPr/>
            </p14:nvContentPartPr>
            <p14:xfrm>
              <a:off x="6624447" y="682213"/>
              <a:ext cx="197563" cy="49932"/>
            </p14:xfrm>
          </p:contentPart>
        </mc:Choice>
        <mc:Fallback xmlns="">
          <p:pic>
            <p:nvPicPr>
              <p:cNvPr id="1048729" name="墨迹 1048728"/>
            </p:nvPicPr>
            <p:blipFill>
              <a:blip r:embed="rId72"/>
            </p:blipFill>
            <p:spPr>
              <a:xfrm>
                <a:off x="6624447" y="682213"/>
                <a:ext cx="197563" cy="49932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3" p14:bwMode="auto">
            <p14:nvContentPartPr>
              <p14:cNvPr id="1048730" name="墨迹 1048729"/>
              <p14:cNvContentPartPr/>
              <p14:nvPr/>
            </p14:nvContentPartPr>
            <p14:xfrm>
              <a:off x="6543235" y="789779"/>
              <a:ext cx="213477" cy="44840"/>
            </p14:xfrm>
          </p:contentPart>
        </mc:Choice>
        <mc:Fallback xmlns="">
          <p:pic>
            <p:nvPicPr>
              <p:cNvPr id="1048730" name="墨迹 1048729"/>
            </p:nvPicPr>
            <p:blipFill>
              <a:blip r:embed="rId74"/>
            </p:blipFill>
            <p:spPr>
              <a:xfrm>
                <a:off x="6543235" y="789779"/>
                <a:ext cx="213477" cy="448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5" p14:bwMode="auto">
            <p14:nvContentPartPr>
              <p14:cNvPr id="1048731" name="墨迹 1048730"/>
              <p14:cNvContentPartPr/>
              <p14:nvPr/>
            </p14:nvContentPartPr>
            <p14:xfrm>
              <a:off x="6540774" y="900104"/>
              <a:ext cx="188153" cy="47468"/>
            </p14:xfrm>
          </p:contentPart>
        </mc:Choice>
        <mc:Fallback xmlns="">
          <p:pic>
            <p:nvPicPr>
              <p:cNvPr id="1048731" name="墨迹 1048730"/>
            </p:nvPicPr>
            <p:blipFill>
              <a:blip r:embed="rId76"/>
            </p:blipFill>
            <p:spPr>
              <a:xfrm>
                <a:off x="6540774" y="900104"/>
                <a:ext cx="188153" cy="47468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7" p14:bwMode="auto">
            <p14:nvContentPartPr>
              <p14:cNvPr id="1048732" name="墨迹 1048731"/>
              <p14:cNvContentPartPr/>
              <p14:nvPr/>
            </p14:nvContentPartPr>
            <p14:xfrm>
              <a:off x="6502759" y="896371"/>
              <a:ext cx="291495" cy="195702"/>
            </p14:xfrm>
          </p:contentPart>
        </mc:Choice>
        <mc:Fallback xmlns="">
          <p:pic>
            <p:nvPicPr>
              <p:cNvPr id="1048732" name="墨迹 1048731"/>
            </p:nvPicPr>
            <p:blipFill>
              <a:blip r:embed="rId78"/>
            </p:blipFill>
            <p:spPr>
              <a:xfrm>
                <a:off x="6502759" y="896371"/>
                <a:ext cx="291495" cy="195702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9" p14:bwMode="auto">
            <p14:nvContentPartPr>
              <p14:cNvPr id="1048733" name="墨迹 1048732"/>
              <p14:cNvContentPartPr/>
              <p14:nvPr/>
            </p14:nvContentPartPr>
            <p14:xfrm>
              <a:off x="6953051" y="669905"/>
              <a:ext cx="243761" cy="211394"/>
            </p14:xfrm>
          </p:contentPart>
        </mc:Choice>
        <mc:Fallback xmlns="">
          <p:pic>
            <p:nvPicPr>
              <p:cNvPr id="1048733" name="墨迹 1048732"/>
            </p:nvPicPr>
            <p:blipFill>
              <a:blip r:embed="rId80"/>
            </p:blipFill>
            <p:spPr>
              <a:xfrm>
                <a:off x="6953051" y="669905"/>
                <a:ext cx="243761" cy="211394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1" p14:bwMode="auto">
            <p14:nvContentPartPr>
              <p14:cNvPr id="1048734" name="墨迹 1048733"/>
              <p14:cNvContentPartPr/>
              <p14:nvPr/>
            </p14:nvContentPartPr>
            <p14:xfrm>
              <a:off x="7079282" y="758522"/>
              <a:ext cx="64430" cy="294181"/>
            </p14:xfrm>
          </p:contentPart>
        </mc:Choice>
        <mc:Fallback xmlns="">
          <p:pic>
            <p:nvPicPr>
              <p:cNvPr id="1048734" name="墨迹 1048733"/>
            </p:nvPicPr>
            <p:blipFill>
              <a:blip r:embed="rId82"/>
            </p:blipFill>
            <p:spPr>
              <a:xfrm>
                <a:off x="7079282" y="758522"/>
                <a:ext cx="64430" cy="294181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3" p14:bwMode="auto">
            <p14:nvContentPartPr>
              <p14:cNvPr id="1048735" name="墨迹 1048734"/>
              <p14:cNvContentPartPr/>
              <p14:nvPr/>
            </p14:nvContentPartPr>
            <p14:xfrm>
              <a:off x="6932712" y="906218"/>
              <a:ext cx="250945" cy="91447"/>
            </p14:xfrm>
          </p:contentPart>
        </mc:Choice>
        <mc:Fallback xmlns="">
          <p:pic>
            <p:nvPicPr>
              <p:cNvPr id="1048735" name="墨迹 1048734"/>
            </p:nvPicPr>
            <p:blipFill>
              <a:blip r:embed="rId84"/>
            </p:blipFill>
            <p:spPr>
              <a:xfrm>
                <a:off x="6932712" y="906218"/>
                <a:ext cx="250945" cy="9144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5" p14:bwMode="auto">
            <p14:nvContentPartPr>
              <p14:cNvPr id="1048736" name="墨迹 1048735"/>
              <p14:cNvContentPartPr/>
              <p14:nvPr/>
            </p14:nvContentPartPr>
            <p14:xfrm>
              <a:off x="7262183" y="692059"/>
              <a:ext cx="171520" cy="152878"/>
            </p14:xfrm>
          </p:contentPart>
        </mc:Choice>
        <mc:Fallback xmlns="">
          <p:pic>
            <p:nvPicPr>
              <p:cNvPr id="1048736" name="墨迹 1048735"/>
            </p:nvPicPr>
            <p:blipFill>
              <a:blip r:embed="rId86"/>
            </p:blipFill>
            <p:spPr>
              <a:xfrm>
                <a:off x="7262183" y="692059"/>
                <a:ext cx="171520" cy="152878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7" p14:bwMode="auto">
            <p14:nvContentPartPr>
              <p14:cNvPr id="1048737" name="墨迹 1048736"/>
              <p14:cNvContentPartPr/>
              <p14:nvPr/>
            </p14:nvContentPartPr>
            <p14:xfrm>
              <a:off x="7164204" y="866832"/>
              <a:ext cx="324043" cy="178350"/>
            </p14:xfrm>
          </p:contentPart>
        </mc:Choice>
        <mc:Fallback xmlns="">
          <p:pic>
            <p:nvPicPr>
              <p:cNvPr id="1048737" name="墨迹 1048736"/>
            </p:nvPicPr>
            <p:blipFill>
              <a:blip r:embed="rId88"/>
            </p:blipFill>
            <p:spPr>
              <a:xfrm>
                <a:off x="7164204" y="866832"/>
                <a:ext cx="324043" cy="17835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8" name="Picture 1" descr="C:\Users\Yujiajia\AppData\Roaming\Tencent\Users\285179237\QQ\WinTemp\RichOle\6M3KGFO[`WWES7YV%CZZGCP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67544" y="116632"/>
            <a:ext cx="6152607" cy="3872408"/>
          </a:xfrm>
          <a:prstGeom prst="rect">
            <a:avLst/>
          </a:prstGeom>
          <a:noFill/>
        </p:spPr>
      </p:pic>
      <p:pic>
        <p:nvPicPr>
          <p:cNvPr id="2097169" name="Picture 2" descr="C:\Users\Yujiajia\AppData\Roaming\Tencent\Users\285179237\QQ\WinTemp\RichOle\OEMTB$G71VLEW70_TN8}N_Y.png"/>
          <p:cNvPicPr>
            <a:picLocks noChangeAspect="1" noChangeArrowheads="1"/>
          </p:cNvPicPr>
          <p:nvPr/>
        </p:nvPicPr>
        <p:blipFill rotWithShape="1">
          <a:blip r:embed="rId2"/>
          <a:srcRect t="11666"/>
          <a:stretch>
            <a:fillRect/>
          </a:stretch>
        </p:blipFill>
        <p:spPr bwMode="auto">
          <a:xfrm>
            <a:off x="190856" y="3851701"/>
            <a:ext cx="6632620" cy="296234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0" name="Picture 1" descr="C:\Users\Yujiajia\AppData\Roaming\Tencent\Users\285179237\QQ\WinTemp\RichOle\F10~B]IRJZI]P(P1BTCG4PD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-252536" y="670429"/>
            <a:ext cx="8714814" cy="1152128"/>
          </a:xfrm>
          <a:prstGeom prst="rect">
            <a:avLst/>
          </a:prstGeom>
          <a:noFill/>
        </p:spPr>
      </p:pic>
      <p:pic>
        <p:nvPicPr>
          <p:cNvPr id="2097171" name="Picture 2" descr="C:\Users\Yujiajia\AppData\Roaming\Tencent\Users\285179237\QQ\WinTemp\RichOle\B7WB]I23Y7_YWOMJ)`N~ZVX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94283" y="2132856"/>
            <a:ext cx="9145016" cy="864673"/>
          </a:xfrm>
          <a:prstGeom prst="rect">
            <a:avLst/>
          </a:prstGeom>
          <a:noFill/>
        </p:spPr>
      </p:pic>
      <p:pic>
        <p:nvPicPr>
          <p:cNvPr id="2097172" name="Picture 1" descr="C:\Users\Yujiajia\AppData\Roaming\Tencent\Users\285179237\QQ\WinTemp\RichOle\H4PF]U63SRHDQX_DT5L~Y}X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9272" y="3789040"/>
            <a:ext cx="8856984" cy="688877"/>
          </a:xfrm>
          <a:prstGeom prst="rect">
            <a:avLst/>
          </a:prstGeom>
          <a:noFill/>
        </p:spPr>
      </p:pic>
      <p:sp>
        <p:nvSpPr>
          <p:cNvPr id="1048587" name="TextBox 1"/>
          <p:cNvSpPr txBox="1"/>
          <p:nvPr/>
        </p:nvSpPr>
        <p:spPr>
          <a:xfrm>
            <a:off x="265312" y="3133282"/>
            <a:ext cx="223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 dirty="0" smtClean="0">
                <a:solidFill>
                  <a:srgbClr val="FF0000"/>
                </a:solidFill>
              </a:rPr>
              <a:t>时域采样定理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048588" name="TextBox 5"/>
          <p:cNvSpPr txBox="1"/>
          <p:nvPr/>
        </p:nvSpPr>
        <p:spPr>
          <a:xfrm>
            <a:off x="69272" y="199418"/>
            <a:ext cx="4973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 dirty="0" smtClean="0">
                <a:solidFill>
                  <a:srgbClr val="FF0000"/>
                </a:solidFill>
              </a:rPr>
              <a:t>正弦序列是否一定是周期信号？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048589" name="TextBox 6"/>
          <p:cNvSpPr txBox="1"/>
          <p:nvPr/>
        </p:nvSpPr>
        <p:spPr>
          <a:xfrm>
            <a:off x="265312" y="5085184"/>
            <a:ext cx="6771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 dirty="0" smtClean="0">
                <a:solidFill>
                  <a:srgbClr val="FF0000"/>
                </a:solidFill>
              </a:rPr>
              <a:t>系统的</a:t>
            </a:r>
            <a:r>
              <a:rPr lang="zh-CN" altLang="en-US" sz="2400" b="1" dirty="0" smtClean="0">
                <a:solidFill>
                  <a:srgbClr val="3333FF"/>
                </a:solidFill>
              </a:rPr>
              <a:t>线性、时不变、因果性、稳定性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如何判定？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1048686" name="墨迹 1048685"/>
              <p14:cNvContentPartPr/>
              <p14:nvPr/>
            </p14:nvContentPartPr>
            <p14:xfrm>
              <a:off x="942071" y="4022243"/>
              <a:ext cx="925324" cy="637552"/>
            </p14:xfrm>
          </p:contentPart>
        </mc:Choice>
        <mc:Fallback xmlns="">
          <p:pic>
            <p:nvPicPr>
              <p:cNvPr id="1048686" name="墨迹 1048685"/>
            </p:nvPicPr>
            <p:blipFill>
              <a:blip r:embed="rId5"/>
            </p:blipFill>
            <p:spPr>
              <a:xfrm>
                <a:off x="942071" y="4022243"/>
                <a:ext cx="925324" cy="637552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97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9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9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485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48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48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0971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9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9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485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48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48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87" grpId="0"/>
      <p:bldP spid="104858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3" name="Picture 1" descr="C:\Users\Yujiajia\AppData\Roaming\Tencent\Users\285179237\QQ\WinTemp\RichOle\W9T980QXE9IM]9G]NPUDO1E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86204" y="417034"/>
            <a:ext cx="8280920" cy="804874"/>
          </a:xfrm>
          <a:prstGeom prst="rect">
            <a:avLst/>
          </a:prstGeom>
          <a:noFill/>
        </p:spPr>
      </p:pic>
      <p:pic>
        <p:nvPicPr>
          <p:cNvPr id="2097174" name="Picture 2" descr="C:\Users\Yujiajia\AppData\Roaming\Tencent\Users\285179237\QQ\WinTemp\RichOle\D%~H@254RZ7E`_L~@H6R_4Q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92651" y="1340768"/>
            <a:ext cx="8838629" cy="720080"/>
          </a:xfrm>
          <a:prstGeom prst="rect">
            <a:avLst/>
          </a:prstGeom>
          <a:noFill/>
        </p:spPr>
      </p:pic>
      <p:pic>
        <p:nvPicPr>
          <p:cNvPr id="2097175" name="Picture 3"/>
          <p:cNvPicPr>
            <a:picLocks noChangeAspect="1" noChangeArrowheads="1"/>
          </p:cNvPicPr>
          <p:nvPr/>
        </p:nvPicPr>
        <p:blipFill rotWithShape="1">
          <a:blip r:embed="rId3"/>
          <a:srcRect l="4780"/>
          <a:stretch>
            <a:fillRect/>
          </a:stretch>
        </p:blipFill>
        <p:spPr bwMode="auto">
          <a:xfrm>
            <a:off x="107503" y="2041149"/>
            <a:ext cx="8385997" cy="2303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76" name="Picture 4" descr="C:\Users\Yujiajia\AppData\Roaming\Tencent\Users\285179237\QQ\WinTemp\RichOle\W`Q(8AC{0X`Z7~W]WHA2281.png"/>
          <p:cNvPicPr>
            <a:picLocks noChangeAspect="1" noChangeArrowheads="1"/>
          </p:cNvPicPr>
          <p:nvPr/>
        </p:nvPicPr>
        <p:blipFill rotWithShape="1">
          <a:blip r:embed="rId4"/>
          <a:srcRect r="1263" b="21270"/>
          <a:stretch>
            <a:fillRect/>
          </a:stretch>
        </p:blipFill>
        <p:spPr bwMode="auto">
          <a:xfrm>
            <a:off x="489939" y="4349470"/>
            <a:ext cx="8510046" cy="398376"/>
          </a:xfrm>
          <a:prstGeom prst="rect">
            <a:avLst/>
          </a:prstGeom>
          <a:noFill/>
        </p:spPr>
      </p:pic>
      <p:pic>
        <p:nvPicPr>
          <p:cNvPr id="2097177" name="Picture 5" descr="C:\Users\Yujiajia\AppData\Roaming\Tencent\Users\285179237\QQ\WinTemp\RichOle\XG@KYX2CD@S0D_199S%{R]7.png"/>
          <p:cNvPicPr>
            <a:picLocks noChangeAspect="1" noChangeArrowheads="1"/>
          </p:cNvPicPr>
          <p:nvPr/>
        </p:nvPicPr>
        <p:blipFill rotWithShape="1">
          <a:blip r:embed="rId5"/>
          <a:srcRect l="20751"/>
          <a:stretch>
            <a:fillRect/>
          </a:stretch>
        </p:blipFill>
        <p:spPr bwMode="auto">
          <a:xfrm>
            <a:off x="107504" y="4994016"/>
            <a:ext cx="2133301" cy="605677"/>
          </a:xfrm>
          <a:prstGeom prst="rect">
            <a:avLst/>
          </a:prstGeom>
          <a:noFill/>
        </p:spPr>
      </p:pic>
      <p:pic>
        <p:nvPicPr>
          <p:cNvPr id="2097178" name="Picture 6" descr="C:\Users\Yujiajia\AppData\Roaming\Tencent\Users\285179237\QQ\WinTemp\RichOle\(FE(WSJX`A{NQD$WXYMNX0R.png"/>
          <p:cNvPicPr>
            <a:picLocks noChangeAspect="1" noChangeArrowheads="1"/>
          </p:cNvPicPr>
          <p:nvPr/>
        </p:nvPicPr>
        <p:blipFill rotWithShape="1">
          <a:blip r:embed="rId6"/>
          <a:srcRect t="6938" b="12536"/>
          <a:stretch>
            <a:fillRect/>
          </a:stretch>
        </p:blipFill>
        <p:spPr bwMode="auto">
          <a:xfrm>
            <a:off x="-1334" y="5530523"/>
            <a:ext cx="7236296" cy="843821"/>
          </a:xfrm>
          <a:prstGeom prst="rect">
            <a:avLst/>
          </a:prstGeom>
          <a:noFill/>
        </p:spPr>
      </p:pic>
      <p:pic>
        <p:nvPicPr>
          <p:cNvPr id="2097179" name="Picture 7" descr="C:\Users\Yujiajia\AppData\Roaming\Tencent\Users\285179237\QQ\WinTemp\RichOle\(62U4DW5O`R4WFL3`K$Z[4W.png"/>
          <p:cNvPicPr>
            <a:picLocks noChangeAspect="1" noChangeArrowheads="1"/>
          </p:cNvPicPr>
          <p:nvPr/>
        </p:nvPicPr>
        <p:blipFill rotWithShape="1">
          <a:blip r:embed="rId7"/>
          <a:srcRect r="11586"/>
          <a:stretch>
            <a:fillRect/>
          </a:stretch>
        </p:blipFill>
        <p:spPr bwMode="auto">
          <a:xfrm>
            <a:off x="7019707" y="6008936"/>
            <a:ext cx="2086800" cy="384229"/>
          </a:xfrm>
          <a:prstGeom prst="rect">
            <a:avLst/>
          </a:prstGeom>
          <a:noFill/>
        </p:spPr>
      </p:pic>
      <p:pic>
        <p:nvPicPr>
          <p:cNvPr id="2097180" name="Picture 6" descr="C:\Users\Yujiajia\AppData\Roaming\Tencent\Users\285179237\QQ\WinTemp\RichOle\(FE(WSJX`A{NQD$WXYMNX0R.png"/>
          <p:cNvPicPr>
            <a:picLocks noChangeAspect="1" noChangeArrowheads="1"/>
          </p:cNvPicPr>
          <p:nvPr/>
        </p:nvPicPr>
        <p:blipFill rotWithShape="1">
          <a:blip r:embed="rId6"/>
          <a:srcRect t="6938" b="52799"/>
          <a:stretch>
            <a:fillRect/>
          </a:stretch>
        </p:blipFill>
        <p:spPr bwMode="auto">
          <a:xfrm>
            <a:off x="1763688" y="4994016"/>
            <a:ext cx="7236296" cy="42191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97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9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9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97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97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9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971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97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97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0971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97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97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0971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097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097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0971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097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097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0971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097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097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1" name="Picture 1" descr="C:\Users\Yujiajia\AppData\Roaming\Tencent\Users\285179237\QQ\WinTemp\RichOle\85OXLG%$6B$_YH}8KMF197U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569" y="260648"/>
            <a:ext cx="8875557" cy="1339429"/>
          </a:xfrm>
          <a:prstGeom prst="rect">
            <a:avLst/>
          </a:prstGeom>
          <a:noFill/>
        </p:spPr>
      </p:pic>
      <p:sp>
        <p:nvSpPr>
          <p:cNvPr id="1048590" name="AutoShape 2" descr="C:\Users\Yujiajia\AppData\Roaming\Tencent\Users\285179237\QQ\WinTemp\RichOle\SL51$C}K%K~F@U~$~(C@H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sp>
        <p:nvSpPr>
          <p:cNvPr id="1048591" name="AutoShape 3" descr="C:\Users\Yujiajia\AppData\Roaming\Tencent\Users\285179237\QQ\WinTemp\RichOle\SL51$C}K%K~F@U~$~(C@H.png"/>
          <p:cNvSpPr>
            <a:spLocks noChangeAspect="1" noChangeArrowheads="1"/>
          </p:cNvSpPr>
          <p:nvPr/>
        </p:nvSpPr>
        <p:spPr bwMode="auto">
          <a:xfrm>
            <a:off x="152400" y="1524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pic>
        <p:nvPicPr>
          <p:cNvPr id="2097182" name="Picture 4" descr="C:\Users\Yujiajia\AppData\Roaming\Tencent\Users\285179237\QQ\WinTemp\RichOle\$`@TI3[G2CKPTSP]`A0AC3I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80527" y="1658669"/>
            <a:ext cx="9001000" cy="1079559"/>
          </a:xfrm>
          <a:prstGeom prst="rect">
            <a:avLst/>
          </a:prstGeom>
          <a:noFill/>
        </p:spPr>
      </p:pic>
      <p:pic>
        <p:nvPicPr>
          <p:cNvPr id="2097183" name="Picture 5" descr="C:\Users\Yujiajia\AppData\Roaming\Tencent\Users\285179237\QQ\WinTemp\RichOle\2Q$R8F9PIITY()KC)5MAW~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178965" y="2768212"/>
            <a:ext cx="9143454" cy="660787"/>
          </a:xfrm>
          <a:prstGeom prst="rect">
            <a:avLst/>
          </a:prstGeom>
          <a:noFill/>
        </p:spPr>
      </p:pic>
      <p:pic>
        <p:nvPicPr>
          <p:cNvPr id="2097184" name="Picture 6" descr="C:\Users\Yujiajia\AppData\Roaming\Tencent\Users\285179237\QQ\WinTemp\RichOle\QA59OU)YD_{]6{(9QRKTX0I.png"/>
          <p:cNvPicPr>
            <a:picLocks noChangeAspect="1" noChangeArrowheads="1"/>
          </p:cNvPicPr>
          <p:nvPr/>
        </p:nvPicPr>
        <p:blipFill rotWithShape="1">
          <a:blip r:embed="rId4"/>
          <a:srcRect l="1230" r="3077" b="7769"/>
          <a:stretch>
            <a:fillRect/>
          </a:stretch>
        </p:blipFill>
        <p:spPr bwMode="auto">
          <a:xfrm>
            <a:off x="6569" y="4328290"/>
            <a:ext cx="8957920" cy="1096564"/>
          </a:xfrm>
          <a:prstGeom prst="rect">
            <a:avLst/>
          </a:prstGeom>
          <a:noFill/>
        </p:spPr>
      </p:pic>
      <p:pic>
        <p:nvPicPr>
          <p:cNvPr id="2097185" name="Picture 7" descr="C:\Users\Yujiajia\AppData\Roaming\Tencent\Users\285179237\QQ\WinTemp\RichOle\S3(]F]MIF9R(7R_QS~T_G%X.png"/>
          <p:cNvPicPr>
            <a:picLocks noChangeAspect="1" noChangeArrowheads="1"/>
          </p:cNvPicPr>
          <p:nvPr/>
        </p:nvPicPr>
        <p:blipFill rotWithShape="1">
          <a:blip r:embed="rId5"/>
          <a:srcRect l="1536"/>
          <a:stretch>
            <a:fillRect/>
          </a:stretch>
        </p:blipFill>
        <p:spPr bwMode="auto">
          <a:xfrm>
            <a:off x="1978268" y="5464354"/>
            <a:ext cx="4905517" cy="530347"/>
          </a:xfrm>
          <a:prstGeom prst="rect">
            <a:avLst/>
          </a:prstGeom>
          <a:noFill/>
        </p:spPr>
      </p:pic>
      <p:pic>
        <p:nvPicPr>
          <p:cNvPr id="2097186" name="Picture 8" descr="C:\Users\Yujiajia\AppData\Roaming\Tencent\Users\285179237\QQ\WinTemp\RichOle\FQ_I73O1YN`E_~WO38N4FVH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763688" y="5995098"/>
            <a:ext cx="6672414" cy="746912"/>
          </a:xfrm>
          <a:prstGeom prst="rect">
            <a:avLst/>
          </a:prstGeom>
          <a:noFill/>
        </p:spPr>
      </p:pic>
      <p:pic>
        <p:nvPicPr>
          <p:cNvPr id="2097187" name="Picture 9" descr="C:\Users\Yujiajia\AppData\Roaming\Tencent\Users\285179237\QQ\WinTemp\RichOle\U%CL5F6]}4UN~42T``6H@OE.png"/>
          <p:cNvPicPr>
            <a:picLocks noChangeAspect="1" noChangeArrowheads="1"/>
          </p:cNvPicPr>
          <p:nvPr/>
        </p:nvPicPr>
        <p:blipFill rotWithShape="1">
          <a:blip r:embed="rId7"/>
          <a:srcRect l="52331"/>
          <a:stretch>
            <a:fillRect/>
          </a:stretch>
        </p:blipFill>
        <p:spPr bwMode="auto">
          <a:xfrm>
            <a:off x="4288370" y="764704"/>
            <a:ext cx="4357850" cy="70711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971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97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97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971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97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97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971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97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97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0971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97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97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0971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097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097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8" name="Picture 1" descr="C:\Users\Yujiajia\AppData\Roaming\Tencent\Users\285179237\QQ\WinTemp\RichOle\2PL16V(76{[PU9GRZ3F{WOF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6039" y="916170"/>
            <a:ext cx="8925346" cy="2304256"/>
          </a:xfrm>
          <a:prstGeom prst="rect">
            <a:avLst/>
          </a:prstGeom>
          <a:noFill/>
        </p:spPr>
      </p:pic>
      <p:pic>
        <p:nvPicPr>
          <p:cNvPr id="2097189" name="Picture 2" descr="C:\Users\Yujiajia\AppData\Roaming\Tencent\Users\285179237\QQ\WinTemp\RichOle\~}M~(CQD3T2QD]295(4I538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3938" y="3185592"/>
            <a:ext cx="8429549" cy="3672408"/>
          </a:xfrm>
          <a:prstGeom prst="rect">
            <a:avLst/>
          </a:prstGeom>
          <a:noFill/>
        </p:spPr>
      </p:pic>
      <p:sp>
        <p:nvSpPr>
          <p:cNvPr id="1048592" name="TextBox 1"/>
          <p:cNvSpPr txBox="1"/>
          <p:nvPr/>
        </p:nvSpPr>
        <p:spPr>
          <a:xfrm>
            <a:off x="303938" y="301298"/>
            <a:ext cx="6140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 dirty="0" smtClean="0">
                <a:solidFill>
                  <a:srgbClr val="3333FF"/>
                </a:solidFill>
              </a:rPr>
              <a:t>线性卷积怎么计算？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掌握列表法和 图解法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048661" name="墨迹 1048660"/>
              <p14:cNvContentPartPr/>
              <p14:nvPr/>
            </p14:nvContentPartPr>
            <p14:xfrm>
              <a:off x="7131546" y="49875"/>
              <a:ext cx="1117279" cy="947713"/>
            </p14:xfrm>
          </p:contentPart>
        </mc:Choice>
        <mc:Fallback xmlns="">
          <p:pic>
            <p:nvPicPr>
              <p:cNvPr id="1048661" name="墨迹 1048660"/>
            </p:nvPicPr>
            <p:blipFill>
              <a:blip r:embed="rId4"/>
            </p:blipFill>
            <p:spPr>
              <a:xfrm>
                <a:off x="7131546" y="49875"/>
                <a:ext cx="1117279" cy="947713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971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97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97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90" name="Picture 1" descr="C:\Users\Yujiajia\AppData\Roaming\Tencent\Users\285179237\QQ\WinTemp\RichOle\522C(AZU49QZ`GUA2Y`K([O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907703" y="44624"/>
            <a:ext cx="5670859" cy="640194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91" name="Picture 1" descr="C:\Users\Yujiajia\AppData\Roaming\Tencent\Users\285179237\QQ\WinTemp\RichOle\@JVHGA_$%JO~JTY%`6PK}[S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39552" y="260648"/>
            <a:ext cx="6674899" cy="3600400"/>
          </a:xfrm>
          <a:prstGeom prst="rect">
            <a:avLst/>
          </a:prstGeom>
          <a:noFill/>
        </p:spPr>
      </p:pic>
      <p:pic>
        <p:nvPicPr>
          <p:cNvPr id="2097192" name="Picture 2" descr="C:\Users\Yujiajia\AppData\Roaming\Tencent\Users\285179237\QQ\WinTemp\RichOle\P_`UDHF[V{6FAA%%7Y9FC{V.png"/>
          <p:cNvPicPr>
            <a:picLocks noChangeAspect="1" noChangeArrowheads="1"/>
          </p:cNvPicPr>
          <p:nvPr/>
        </p:nvPicPr>
        <p:blipFill rotWithShape="1">
          <a:blip r:embed="rId2"/>
          <a:srcRect b="5423"/>
          <a:stretch>
            <a:fillRect/>
          </a:stretch>
        </p:blipFill>
        <p:spPr bwMode="auto">
          <a:xfrm>
            <a:off x="539551" y="3861048"/>
            <a:ext cx="7781925" cy="2189058"/>
          </a:xfrm>
          <a:prstGeom prst="rect">
            <a:avLst/>
          </a:prstGeom>
          <a:noFill/>
        </p:spPr>
      </p:pic>
      <p:pic>
        <p:nvPicPr>
          <p:cNvPr id="2097193" name="Picture 3" descr="C:\Users\Yujiajia\AppData\Roaming\Tencent\Users\285179237\QQ\WinTemp\RichOle\A}H0OQUE{HNLXIT(19D7M25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5576" y="6050106"/>
            <a:ext cx="7014345" cy="467623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1048662" name="墨迹 1048661"/>
              <p14:cNvContentPartPr/>
              <p14:nvPr/>
            </p14:nvContentPartPr>
            <p14:xfrm>
              <a:off x="1461335" y="3177917"/>
              <a:ext cx="5340302" cy="189542"/>
            </p14:xfrm>
          </p:contentPart>
        </mc:Choice>
        <mc:Fallback xmlns="">
          <p:pic>
            <p:nvPicPr>
              <p:cNvPr id="1048662" name="墨迹 1048661"/>
            </p:nvPicPr>
            <p:blipFill>
              <a:blip r:embed="rId5"/>
            </p:blipFill>
            <p:spPr>
              <a:xfrm>
                <a:off x="1461335" y="3177917"/>
                <a:ext cx="5340302" cy="189542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1048663" name="墨迹 1048662"/>
              <p14:cNvContentPartPr/>
              <p14:nvPr/>
            </p14:nvContentPartPr>
            <p14:xfrm>
              <a:off x="590152" y="3192687"/>
              <a:ext cx="1018840" cy="420932"/>
            </p14:xfrm>
          </p:contentPart>
        </mc:Choice>
        <mc:Fallback xmlns="">
          <p:pic>
            <p:nvPicPr>
              <p:cNvPr id="1048663" name="墨迹 1048662"/>
            </p:nvPicPr>
            <p:blipFill>
              <a:blip r:embed="rId7"/>
            </p:blipFill>
            <p:spPr>
              <a:xfrm>
                <a:off x="590152" y="3192687"/>
                <a:ext cx="1018840" cy="420932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971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97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97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971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97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97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94" name="Picture 1" descr="C:\Users\Yujiajia\AppData\Roaming\Tencent\Users\285179237\QQ\WinTemp\RichOle\)BHCUP%{2Q45K3T00G}`CW6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95599" y="4102226"/>
            <a:ext cx="9001000" cy="1882128"/>
          </a:xfrm>
          <a:prstGeom prst="rect">
            <a:avLst/>
          </a:prstGeom>
          <a:noFill/>
        </p:spPr>
      </p:pic>
      <p:pic>
        <p:nvPicPr>
          <p:cNvPr id="2097195" name="Picture 2" descr="C:\Users\Yujiajia\AppData\Roaming\Tencent\Users\285179237\QQ\WinTemp\RichOle\M5UKQ85QL4{OC206NNBIVX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504" y="301824"/>
            <a:ext cx="8886525" cy="3027040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048664" name="墨迹 1048663"/>
              <p14:cNvContentPartPr/>
              <p14:nvPr/>
            </p14:nvContentPartPr>
            <p14:xfrm>
              <a:off x="6201161" y="3441307"/>
              <a:ext cx="945012" cy="930482"/>
            </p14:xfrm>
          </p:contentPart>
        </mc:Choice>
        <mc:Fallback xmlns="">
          <p:pic>
            <p:nvPicPr>
              <p:cNvPr id="1048664" name="墨迹 1048663"/>
            </p:nvPicPr>
            <p:blipFill>
              <a:blip r:embed="rId4"/>
            </p:blipFill>
            <p:spPr>
              <a:xfrm>
                <a:off x="6201161" y="3441307"/>
                <a:ext cx="945012" cy="930482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971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97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97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97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97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97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AutoShape 1" descr="C:\Users\Yujiajia\AppData\Roaming\Tencent\Users\285179237\QQ\WinTemp\RichOle\8Z{G)M6IOLO[4[D6ZH7C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sp>
        <p:nvSpPr>
          <p:cNvPr id="1048594" name="AutoShape 2" descr="C:\Users\Yujiajia\AppData\Roaming\Tencent\Users\285179237\QQ\WinTemp\RichOle\8Z{G)M6IOLO[4[D6ZH7C.png"/>
          <p:cNvSpPr>
            <a:spLocks noChangeAspect="1" noChangeArrowheads="1"/>
          </p:cNvSpPr>
          <p:nvPr/>
        </p:nvSpPr>
        <p:spPr bwMode="auto">
          <a:xfrm>
            <a:off x="152400" y="1524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pic>
        <p:nvPicPr>
          <p:cNvPr id="2097196" name="Picture 3" descr="C:\Users\Yujiajia\AppData\Roaming\Tencent\Users\285179237\QQ\WinTemp\RichOle\L]A02MJIL255[L[N%Z(ZZ6H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94229" y="404664"/>
            <a:ext cx="7742983" cy="1645384"/>
          </a:xfrm>
          <a:prstGeom prst="rect">
            <a:avLst/>
          </a:prstGeom>
          <a:noFill/>
        </p:spPr>
      </p:pic>
      <p:pic>
        <p:nvPicPr>
          <p:cNvPr id="2097197" name="Picture 4" descr="C:\Users\Yujiajia\AppData\Roaming\Tencent\Users\285179237\QQ\WinTemp\RichOle\_GEEZJ9S6S[(@Z@I6]PHA$W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08520" y="2037856"/>
            <a:ext cx="9015681" cy="948296"/>
          </a:xfrm>
          <a:prstGeom prst="rect">
            <a:avLst/>
          </a:prstGeom>
          <a:noFill/>
        </p:spPr>
      </p:pic>
      <p:pic>
        <p:nvPicPr>
          <p:cNvPr id="2097198" name="Picture 5" descr="C:\Users\Yujiajia\AppData\Roaming\Tencent\Users\285179237\QQ\WinTemp\RichOle\_2OM]NW}VUY$]FI40PJC_B7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0003" y="3068960"/>
            <a:ext cx="8471893" cy="3615317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1048666" name="墨迹 1048665"/>
              <p14:cNvContentPartPr/>
              <p14:nvPr/>
            </p14:nvContentPartPr>
            <p14:xfrm>
              <a:off x="6656440" y="125541"/>
              <a:ext cx="1555331" cy="1587727"/>
            </p14:xfrm>
          </p:contentPart>
        </mc:Choice>
        <mc:Fallback xmlns="">
          <p:pic>
            <p:nvPicPr>
              <p:cNvPr id="1048666" name="墨迹 1048665"/>
            </p:nvPicPr>
            <p:blipFill>
              <a:blip r:embed="rId5"/>
            </p:blipFill>
            <p:spPr>
              <a:xfrm>
                <a:off x="6656440" y="125541"/>
                <a:ext cx="1555331" cy="1587727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971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97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97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971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97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97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99" name="Picture 1" descr="C:\Users\Yujiajia\AppData\Roaming\Tencent\Users\285179237\QQ\WinTemp\RichOle\BV0HDDLM7%(V6170XD9P3ZC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07504" y="476672"/>
            <a:ext cx="9433048" cy="1440160"/>
          </a:xfrm>
          <a:prstGeom prst="rect">
            <a:avLst/>
          </a:prstGeom>
          <a:noFill/>
        </p:spPr>
      </p:pic>
      <p:pic>
        <p:nvPicPr>
          <p:cNvPr id="2097200" name="Picture 2" descr="C:\Users\Yujiajia\AppData\Roaming\Tencent\Users\285179237\QQ\WinTemp\RichOle\KN`SO5`RIPZU2S91(972U)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1520" y="2564904"/>
            <a:ext cx="9033194" cy="3440038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048667" name="墨迹 1048666"/>
              <p14:cNvContentPartPr/>
              <p14:nvPr/>
            </p14:nvContentPartPr>
            <p14:xfrm>
              <a:off x="7165860" y="167388"/>
              <a:ext cx="757978" cy="632629"/>
            </p14:xfrm>
          </p:contentPart>
        </mc:Choice>
        <mc:Fallback xmlns="">
          <p:pic>
            <p:nvPicPr>
              <p:cNvPr id="1048667" name="墨迹 1048666"/>
            </p:nvPicPr>
            <p:blipFill>
              <a:blip r:embed="rId4"/>
            </p:blipFill>
            <p:spPr>
              <a:xfrm>
                <a:off x="7165860" y="167388"/>
                <a:ext cx="757978" cy="632629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972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97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97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01" name="Picture 1" descr="C:\Users\Yujiajia\AppData\Roaming\Tencent\Users\285179237\QQ\WinTemp\RichOle\4Q$(SN4KJ(S1KWYBER4@O10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-180528" y="692696"/>
            <a:ext cx="9488509" cy="2808312"/>
          </a:xfrm>
          <a:prstGeom prst="rect">
            <a:avLst/>
          </a:prstGeom>
          <a:noFill/>
        </p:spPr>
      </p:pic>
      <p:sp>
        <p:nvSpPr>
          <p:cNvPr id="1048595" name="TextBox 1"/>
          <p:cNvSpPr txBox="1"/>
          <p:nvPr/>
        </p:nvSpPr>
        <p:spPr>
          <a:xfrm>
            <a:off x="550123" y="3890065"/>
            <a:ext cx="59766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 dirty="0" smtClean="0">
                <a:solidFill>
                  <a:srgbClr val="FF0000"/>
                </a:solidFill>
              </a:rPr>
              <a:t>DFT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与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DTFT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、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Z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变换有何关系？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pic>
        <p:nvPicPr>
          <p:cNvPr id="2097202" name="Picture 2" descr="C:\Users\Yujiajia\AppData\Roaming\Tencent\Users\285179237\QQ\WinTemp\RichOle\MGHP$BIA56YSD8BK105{6RI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01144" y="4437112"/>
            <a:ext cx="6259488" cy="1982587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048668" name="墨迹 1048667"/>
              <p14:cNvContentPartPr/>
              <p14:nvPr/>
            </p14:nvContentPartPr>
            <p14:xfrm>
              <a:off x="1685284" y="4334866"/>
              <a:ext cx="5598703" cy="2249896"/>
            </p14:xfrm>
          </p:contentPart>
        </mc:Choice>
        <mc:Fallback xmlns="">
          <p:pic>
            <p:nvPicPr>
              <p:cNvPr id="1048668" name="墨迹 1048667"/>
            </p:nvPicPr>
            <p:blipFill>
              <a:blip r:embed="rId4"/>
            </p:blipFill>
            <p:spPr>
              <a:xfrm>
                <a:off x="1685284" y="4334866"/>
                <a:ext cx="5598703" cy="2249896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矩形 1"/>
          <p:cNvSpPr/>
          <p:nvPr/>
        </p:nvSpPr>
        <p:spPr>
          <a:xfrm>
            <a:off x="251520" y="260648"/>
            <a:ext cx="3888431" cy="707886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4000" b="1" dirty="0" smtClean="0">
                <a:solidFill>
                  <a:srgbClr val="3333FF"/>
                </a:solidFill>
              </a:rPr>
              <a:t>DFT</a:t>
            </a:r>
            <a:r>
              <a:rPr lang="zh-CN" altLang="en-US" sz="4000" b="1" dirty="0" smtClean="0">
                <a:solidFill>
                  <a:srgbClr val="3333FF"/>
                </a:solidFill>
              </a:rPr>
              <a:t>常用性质</a:t>
            </a:r>
            <a:endParaRPr lang="zh-CN" altLang="en-US" sz="4000" dirty="0">
              <a:solidFill>
                <a:srgbClr val="3333FF"/>
              </a:solidFill>
            </a:endParaRPr>
          </a:p>
        </p:txBody>
      </p:sp>
      <p:pic>
        <p:nvPicPr>
          <p:cNvPr id="2097203" name="Picture 1" descr="C:\Users\Yujiajia\AppData\Roaming\Tencent\Users\285179237\QQ\WinTemp\RichOle\8@%B(QDD[HPSY`QS7P@6X{1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1286262"/>
            <a:ext cx="8967015" cy="5571738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1048669" name="墨迹 1048668"/>
              <p14:cNvContentPartPr/>
              <p14:nvPr/>
            </p14:nvContentPartPr>
            <p14:xfrm>
              <a:off x="1778800" y="1366184"/>
              <a:ext cx="396216" cy="278160"/>
            </p14:xfrm>
          </p:contentPart>
        </mc:Choice>
        <mc:Fallback xmlns="">
          <p:pic>
            <p:nvPicPr>
              <p:cNvPr id="1048669" name="墨迹 1048668"/>
            </p:nvPicPr>
            <p:blipFill>
              <a:blip r:embed="rId3"/>
            </p:blipFill>
            <p:spPr>
              <a:xfrm>
                <a:off x="1778800" y="1366184"/>
                <a:ext cx="396216" cy="27816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04" name="Picture 1" descr="C:\Users\Yujiajia\AppData\Roaming\Tencent\Users\285179237\QQ\WinTemp\RichOle\WVU$1R}I]0CPRW2YPMXF(ZU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-179412" y="476672"/>
            <a:ext cx="9586673" cy="1221468"/>
          </a:xfrm>
          <a:prstGeom prst="rect">
            <a:avLst/>
          </a:prstGeom>
          <a:noFill/>
        </p:spPr>
      </p:pic>
      <p:pic>
        <p:nvPicPr>
          <p:cNvPr id="2097205" name="Picture 2" descr="C:\Users\Yujiajia\AppData\Roaming\Tencent\Users\285179237\QQ\WinTemp\RichOle\I%WYGFK6$L3J6DYGGG%X%N8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80528" y="2420888"/>
            <a:ext cx="9438028" cy="356309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972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97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97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972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97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97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06" name="Picture 1" descr="C:\Users\Yujiajia\AppData\Roaming\Tencent\Users\285179237\QQ\WinTemp\RichOle\{8P~N}R6PW4%T(JFQ_SM58B.png"/>
          <p:cNvPicPr>
            <a:picLocks noChangeAspect="1" noChangeArrowheads="1"/>
          </p:cNvPicPr>
          <p:nvPr/>
        </p:nvPicPr>
        <p:blipFill rotWithShape="1">
          <a:blip r:embed="rId1"/>
          <a:srcRect l="7549" r="-1"/>
          <a:stretch>
            <a:fillRect/>
          </a:stretch>
        </p:blipFill>
        <p:spPr bwMode="auto">
          <a:xfrm>
            <a:off x="-100900" y="332656"/>
            <a:ext cx="9332259" cy="2193788"/>
          </a:xfrm>
          <a:prstGeom prst="rect">
            <a:avLst/>
          </a:prstGeom>
          <a:noFill/>
        </p:spPr>
      </p:pic>
      <p:sp>
        <p:nvSpPr>
          <p:cNvPr id="1048597" name="TextBox 2"/>
          <p:cNvSpPr txBox="1"/>
          <p:nvPr/>
        </p:nvSpPr>
        <p:spPr>
          <a:xfrm>
            <a:off x="179512" y="2780928"/>
            <a:ext cx="82089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 smtClean="0">
                <a:solidFill>
                  <a:srgbClr val="FF0000"/>
                </a:solidFill>
              </a:rPr>
              <a:t>周期卷积与圆周卷积（循环卷积）有何关系？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1048598" name="TextBox 3"/>
          <p:cNvSpPr txBox="1"/>
          <p:nvPr/>
        </p:nvSpPr>
        <p:spPr>
          <a:xfrm>
            <a:off x="45983" y="3489737"/>
            <a:ext cx="59766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FF0000"/>
                </a:solidFill>
              </a:rPr>
              <a:t>圆周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卷积何时和线性卷积相等？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pic>
        <p:nvPicPr>
          <p:cNvPr id="2097207" name="Picture 1" descr="C:\Users\Yujiajia\AppData\Roaming\Tencent\Users\285179237\QQ\WinTemp\RichOle\CU_F(67~6B)769Q_3K@N5R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9512" y="4198944"/>
            <a:ext cx="7776864" cy="2523028"/>
          </a:xfrm>
          <a:prstGeom prst="rect">
            <a:avLst/>
          </a:prstGeom>
          <a:noFill/>
        </p:spPr>
      </p:pic>
      <p:pic>
        <p:nvPicPr>
          <p:cNvPr id="2097208" name="Picture 2" descr="C:\Users\Yujiajia\AppData\Roaming\Tencent\Users\285179237\QQ\WinTemp\RichOle\`1{HEP7OH{FTZF(FDLSE84L.png"/>
          <p:cNvPicPr>
            <a:picLocks noChangeAspect="1" noChangeArrowheads="1"/>
          </p:cNvPicPr>
          <p:nvPr/>
        </p:nvPicPr>
        <p:blipFill rotWithShape="1">
          <a:blip r:embed="rId3"/>
          <a:srcRect l="2315"/>
          <a:stretch>
            <a:fillRect/>
          </a:stretch>
        </p:blipFill>
        <p:spPr bwMode="auto">
          <a:xfrm>
            <a:off x="5934808" y="3324157"/>
            <a:ext cx="2813656" cy="884804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1048670" name="墨迹 1048669"/>
              <p14:cNvContentPartPr/>
              <p14:nvPr/>
            </p14:nvContentPartPr>
            <p14:xfrm>
              <a:off x="5819711" y="4174862"/>
              <a:ext cx="3083593" cy="204312"/>
            </p14:xfrm>
          </p:contentPart>
        </mc:Choice>
        <mc:Fallback xmlns="">
          <p:pic>
            <p:nvPicPr>
              <p:cNvPr id="1048670" name="墨迹 1048669"/>
            </p:nvPicPr>
            <p:blipFill>
              <a:blip r:embed="rId5"/>
            </p:blipFill>
            <p:spPr>
              <a:xfrm>
                <a:off x="5819711" y="4174862"/>
                <a:ext cx="3083593" cy="204312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485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48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48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485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48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48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972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97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97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0972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97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97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7" grpId="0"/>
      <p:bldP spid="104859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09" name="Picture 1" descr="C:\Users\Yujiajia\AppData\Roaming\Tencent\Users\285179237\QQ\WinTemp\RichOle\(%H4[%_HA[ZV826CHG`CSYO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-180528" y="535316"/>
            <a:ext cx="8928992" cy="805450"/>
          </a:xfrm>
          <a:prstGeom prst="rect">
            <a:avLst/>
          </a:prstGeom>
          <a:noFill/>
        </p:spPr>
      </p:pic>
      <p:pic>
        <p:nvPicPr>
          <p:cNvPr id="2097210" name="Picture 2" descr="C:\Users\Yujiajia\AppData\Roaming\Tencent\Users\285179237\QQ\WinTemp\RichOle\[[O$2RK20%9171AA%UF]8H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67" y="1484784"/>
            <a:ext cx="8286750" cy="5105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11" name="Picture 1" descr="C:\Users\Yujiajia\AppData\Roaming\Tencent\Users\285179237\QQ\WinTemp\RichOle\%1RQZ2(WRGDAIGQ[(64RJ9S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3918" y="1268760"/>
            <a:ext cx="9090082" cy="3482330"/>
          </a:xfrm>
          <a:prstGeom prst="rect">
            <a:avLst/>
          </a:prstGeom>
          <a:noFill/>
        </p:spPr>
      </p:pic>
      <p:sp>
        <p:nvSpPr>
          <p:cNvPr id="1048599" name="TextBox 1"/>
          <p:cNvSpPr txBox="1"/>
          <p:nvPr/>
        </p:nvSpPr>
        <p:spPr>
          <a:xfrm>
            <a:off x="467544" y="440858"/>
            <a:ext cx="3528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FFT</a:t>
            </a:r>
            <a:r>
              <a:rPr lang="zh-CN" altLang="en-US" sz="3600" dirty="0" smtClean="0">
                <a:solidFill>
                  <a:srgbClr val="FF0000"/>
                </a:solidFill>
              </a:rPr>
              <a:t>算法流图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pic>
        <p:nvPicPr>
          <p:cNvPr id="2097212" name="Picture 1" descr="C:\Users\Yujiajia\AppData\Roaming\Tencent\Users\285179237\QQ\WinTemp\RichOle\E2J[`@JLBEX9@9A5PEDYLQR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3568" y="4535683"/>
            <a:ext cx="6877050" cy="2209800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048671" name="墨迹 1048670"/>
              <p14:cNvContentPartPr/>
              <p14:nvPr/>
            </p14:nvContentPartPr>
            <p14:xfrm>
              <a:off x="6663822" y="4642565"/>
              <a:ext cx="1321540" cy="1309568"/>
            </p14:xfrm>
          </p:contentPart>
        </mc:Choice>
        <mc:Fallback xmlns="">
          <p:pic>
            <p:nvPicPr>
              <p:cNvPr id="1048671" name="墨迹 1048670"/>
            </p:nvPicPr>
            <p:blipFill>
              <a:blip r:embed="rId4"/>
            </p:blipFill>
            <p:spPr>
              <a:xfrm>
                <a:off x="6663822" y="4642565"/>
                <a:ext cx="1321540" cy="1309568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1048681" name="墨迹 1048680"/>
              <p14:cNvContentPartPr/>
              <p14:nvPr/>
            </p14:nvContentPartPr>
            <p14:xfrm>
              <a:off x="2504786" y="4327481"/>
              <a:ext cx="3871103" cy="492319"/>
            </p14:xfrm>
          </p:contentPart>
        </mc:Choice>
        <mc:Fallback xmlns="">
          <p:pic>
            <p:nvPicPr>
              <p:cNvPr id="1048681" name="墨迹 1048680"/>
            </p:nvPicPr>
            <p:blipFill>
              <a:blip r:embed="rId6"/>
            </p:blipFill>
            <p:spPr>
              <a:xfrm>
                <a:off x="2504786" y="4327481"/>
                <a:ext cx="3871103" cy="492319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1048682" name="墨迹 1048681"/>
              <p14:cNvContentPartPr/>
              <p14:nvPr/>
            </p14:nvContentPartPr>
            <p14:xfrm>
              <a:off x="1104495" y="4578564"/>
              <a:ext cx="1530722" cy="514473"/>
            </p14:xfrm>
          </p:contentPart>
        </mc:Choice>
        <mc:Fallback xmlns="">
          <p:pic>
            <p:nvPicPr>
              <p:cNvPr id="1048682" name="墨迹 1048681"/>
            </p:nvPicPr>
            <p:blipFill>
              <a:blip r:embed="rId8"/>
            </p:blipFill>
            <p:spPr>
              <a:xfrm>
                <a:off x="1104495" y="4578564"/>
                <a:ext cx="1530722" cy="514473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972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97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97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7" name="Picture 1" descr="C:\Users\Yujiajia\AppData\Roaming\Tencent\Users\285179237\QQ\WinTemp\RichOle\}7DP{VWQLHF$@6%HK50I_H2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476672"/>
            <a:ext cx="8429625" cy="52482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Picture 1" descr="C:\Users\Yujiajia\AppData\Roaming\Tencent\Users\285179237\QQ\WinTemp\RichOle\X59OVL~N}~Y`RVY8BZ{2WVR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-108520" y="223973"/>
            <a:ext cx="9172144" cy="792088"/>
          </a:xfrm>
          <a:prstGeom prst="rect">
            <a:avLst/>
          </a:prstGeom>
          <a:noFill/>
        </p:spPr>
      </p:pic>
      <p:pic>
        <p:nvPicPr>
          <p:cNvPr id="2097165" name="Picture 2" descr="C:\Users\Yujiajia\AppData\Roaming\Tencent\Users\285179237\QQ\WinTemp\RichOle\QKIZZRZR2Y6BLZDBDUDJX3G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6637" y="1231867"/>
            <a:ext cx="7752255" cy="5611552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048680" name="墨迹 1048679"/>
              <p14:cNvContentPartPr/>
              <p14:nvPr/>
            </p14:nvContentPartPr>
            <p14:xfrm>
              <a:off x="7527622" y="864019"/>
              <a:ext cx="610321" cy="768017"/>
            </p14:xfrm>
          </p:contentPart>
        </mc:Choice>
        <mc:Fallback xmlns="">
          <p:pic>
            <p:nvPicPr>
              <p:cNvPr id="1048680" name="墨迹 1048679"/>
            </p:nvPicPr>
            <p:blipFill>
              <a:blip r:embed="rId4"/>
            </p:blipFill>
            <p:spPr>
              <a:xfrm>
                <a:off x="7527622" y="864019"/>
                <a:ext cx="610321" cy="768017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9" name="Picture 1" descr="C:\Users\Yujiajia\AppData\Roaming\Tencent\Users\285179237\QQ\WinTemp\RichOle\O_I%KQXAUVQKEFXPF)XL1GV.png"/>
          <p:cNvPicPr>
            <a:picLocks noChangeAspect="1" noChangeArrowheads="1"/>
          </p:cNvPicPr>
          <p:nvPr/>
        </p:nvPicPr>
        <p:blipFill rotWithShape="1">
          <a:blip r:embed="rId1"/>
          <a:srcRect b="4097"/>
          <a:stretch>
            <a:fillRect/>
          </a:stretch>
        </p:blipFill>
        <p:spPr bwMode="auto">
          <a:xfrm>
            <a:off x="323528" y="260648"/>
            <a:ext cx="7648575" cy="3690437"/>
          </a:xfrm>
          <a:prstGeom prst="rect">
            <a:avLst/>
          </a:prstGeom>
          <a:noFill/>
        </p:spPr>
      </p:pic>
      <p:pic>
        <p:nvPicPr>
          <p:cNvPr id="2097160" name="Picture 2" descr="C:\Users\Yujiajia\AppData\Roaming\Tencent\Users\285179237\QQ\WinTemp\RichOle\MKKV}2%SJ6I[J)0FU4GN~0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89" y="4509120"/>
            <a:ext cx="9603822" cy="1450082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048672" name="墨迹 1048671"/>
              <p14:cNvContentPartPr/>
              <p14:nvPr/>
            </p14:nvContentPartPr>
            <p14:xfrm>
              <a:off x="459721" y="4406252"/>
              <a:ext cx="1309235" cy="644938"/>
            </p14:xfrm>
          </p:contentPart>
        </mc:Choice>
        <mc:Fallback xmlns="">
          <p:pic>
            <p:nvPicPr>
              <p:cNvPr id="1048672" name="墨迹 1048671"/>
            </p:nvPicPr>
            <p:blipFill>
              <a:blip r:embed="rId4"/>
            </p:blipFill>
            <p:spPr>
              <a:xfrm>
                <a:off x="459721" y="4406252"/>
                <a:ext cx="1309235" cy="644938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1048673" name="墨迹 1048672"/>
              <p14:cNvContentPartPr/>
              <p14:nvPr/>
            </p14:nvContentPartPr>
            <p14:xfrm>
              <a:off x="828866" y="807402"/>
              <a:ext cx="1043450" cy="467702"/>
            </p14:xfrm>
          </p:contentPart>
        </mc:Choice>
        <mc:Fallback xmlns="">
          <p:pic>
            <p:nvPicPr>
              <p:cNvPr id="1048673" name="墨迹 1048672"/>
            </p:nvPicPr>
            <p:blipFill>
              <a:blip r:embed="rId6"/>
            </p:blipFill>
            <p:spPr>
              <a:xfrm>
                <a:off x="828866" y="807402"/>
                <a:ext cx="1043450" cy="467702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1" descr="C:\Users\Yujiajia\AppData\Roaming\Tencent\Users\285179237\QQ\WinTemp\RichOle\58({~57~@HFV$G_L3H7W9SD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2576" y="38111"/>
            <a:ext cx="7810500" cy="5153025"/>
          </a:xfrm>
          <a:prstGeom prst="rect">
            <a:avLst/>
          </a:prstGeom>
          <a:noFill/>
        </p:spPr>
      </p:pic>
      <p:pic>
        <p:nvPicPr>
          <p:cNvPr id="2097153" name="Picture 2" descr="C:\Users\Yujiajia\AppData\Roaming\Tencent\Users\285179237\QQ\WinTemp\RichOle\)1KW4X$ZC86H5IR~9Q[U}L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6426" y="5191136"/>
            <a:ext cx="7162800" cy="866775"/>
          </a:xfrm>
          <a:prstGeom prst="rect">
            <a:avLst/>
          </a:prstGeom>
          <a:noFill/>
        </p:spPr>
      </p:pic>
      <p:pic>
        <p:nvPicPr>
          <p:cNvPr id="2097154" name="Picture 3" descr="C:\Users\Yujiajia\AppData\Roaming\Tencent\Users\285179237\QQ\WinTemp\RichOle\NSOY`B@1@T@{K]0@`9D`BJR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8044" y="6058129"/>
            <a:ext cx="5781675" cy="619125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1048674" name="墨迹 1048673"/>
              <p14:cNvContentPartPr/>
              <p14:nvPr/>
            </p14:nvContentPartPr>
            <p14:xfrm>
              <a:off x="442494" y="580936"/>
              <a:ext cx="1474120" cy="489857"/>
            </p14:xfrm>
          </p:contentPart>
        </mc:Choice>
        <mc:Fallback xmlns="">
          <p:pic>
            <p:nvPicPr>
              <p:cNvPr id="1048674" name="墨迹 1048673"/>
            </p:nvPicPr>
            <p:blipFill>
              <a:blip r:embed="rId5"/>
            </p:blipFill>
            <p:spPr>
              <a:xfrm>
                <a:off x="442494" y="580936"/>
                <a:ext cx="1474120" cy="4898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1048675" name="墨迹 1048674"/>
              <p14:cNvContentPartPr/>
              <p14:nvPr/>
            </p14:nvContentPartPr>
            <p14:xfrm>
              <a:off x="494175" y="5105345"/>
              <a:ext cx="1114818" cy="689246"/>
            </p14:xfrm>
          </p:contentPart>
        </mc:Choice>
        <mc:Fallback xmlns="">
          <p:pic>
            <p:nvPicPr>
              <p:cNvPr id="1048675" name="墨迹 1048674"/>
            </p:nvPicPr>
            <p:blipFill>
              <a:blip r:embed="rId7"/>
            </p:blipFill>
            <p:spPr>
              <a:xfrm>
                <a:off x="494175" y="5105345"/>
                <a:ext cx="1114818" cy="689246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971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97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97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97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97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97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Picture 1" descr="C:\Users\Yujiajia\AppData\Roaming\Tencent\Users\285179237\QQ\WinTemp\RichOle\WM[LNM}XKJS2M~9]1]@@~NN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2668"/>
            <a:ext cx="9240823" cy="1368152"/>
          </a:xfrm>
          <a:prstGeom prst="rect">
            <a:avLst/>
          </a:prstGeom>
          <a:noFill/>
        </p:spPr>
      </p:pic>
      <p:pic>
        <p:nvPicPr>
          <p:cNvPr id="2097156" name="Picture 2" descr="C:\Users\Yujiajia\AppData\Roaming\Tencent\Users\285179237\QQ\WinTemp\RichOle\B2JY([}9IT20NV_GT@FO74F.png"/>
          <p:cNvPicPr>
            <a:picLocks noChangeAspect="1" noChangeArrowheads="1"/>
          </p:cNvPicPr>
          <p:nvPr/>
        </p:nvPicPr>
        <p:blipFill rotWithShape="1">
          <a:blip r:embed="rId2"/>
          <a:srcRect b="3210"/>
          <a:stretch>
            <a:fillRect/>
          </a:stretch>
        </p:blipFill>
        <p:spPr bwMode="auto">
          <a:xfrm>
            <a:off x="-108520" y="1397197"/>
            <a:ext cx="8733116" cy="2524172"/>
          </a:xfrm>
          <a:prstGeom prst="rect">
            <a:avLst/>
          </a:prstGeom>
          <a:noFill/>
        </p:spPr>
      </p:pic>
      <p:pic>
        <p:nvPicPr>
          <p:cNvPr id="2097157" name="Picture 3" descr="C:\Users\Yujiajia\AppData\Roaming\Tencent\Users\285179237\QQ\WinTemp\RichOle\IXDH@XD0CPBVOE}O]E)V139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9077" y="4956085"/>
            <a:ext cx="8887657" cy="1526282"/>
          </a:xfrm>
          <a:prstGeom prst="rect">
            <a:avLst/>
          </a:prstGeom>
          <a:noFill/>
        </p:spPr>
      </p:pic>
      <p:pic>
        <p:nvPicPr>
          <p:cNvPr id="2097158" name="Picture 4" descr="C:\Users\Yujiajia\AppData\Roaming\Tencent\Users\285179237\QQ\WinTemp\RichOle\93WUO~`U3VWD$5XN1T0ANP6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6164" y="4067390"/>
            <a:ext cx="1739270" cy="432048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1048676" name="墨迹 1048675"/>
              <p14:cNvContentPartPr/>
              <p14:nvPr/>
            </p14:nvContentPartPr>
            <p14:xfrm>
              <a:off x="6277451" y="696631"/>
              <a:ext cx="930246" cy="891096"/>
            </p14:xfrm>
          </p:contentPart>
        </mc:Choice>
        <mc:Fallback xmlns="">
          <p:pic>
            <p:nvPicPr>
              <p:cNvPr id="1048676" name="墨迹 1048675"/>
            </p:nvPicPr>
            <p:blipFill>
              <a:blip r:embed="rId6"/>
            </p:blipFill>
            <p:spPr>
              <a:xfrm>
                <a:off x="6277451" y="696631"/>
                <a:ext cx="930246" cy="891096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1" name="Picture 1" descr="C:\Users\Yujiajia\AppData\Roaming\Tencent\Users\285179237\QQ\WinTemp\RichOle\X8MJ5MI4GKUPG{{$$`CI%DO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23528" y="4653136"/>
            <a:ext cx="8181975" cy="1400175"/>
          </a:xfrm>
          <a:prstGeom prst="rect">
            <a:avLst/>
          </a:prstGeom>
          <a:noFill/>
        </p:spPr>
      </p:pic>
      <p:pic>
        <p:nvPicPr>
          <p:cNvPr id="2097162" name="Picture 2" descr="C:\Users\Yujiajia\AppData\Roaming\Tencent\Users\285179237\QQ\WinTemp\RichOle\(QFLZ]3$6]QG7EVX)64)V)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88640"/>
            <a:ext cx="7770007" cy="2376264"/>
          </a:xfrm>
          <a:prstGeom prst="rect">
            <a:avLst/>
          </a:prstGeom>
          <a:noFill/>
        </p:spPr>
      </p:pic>
      <p:pic>
        <p:nvPicPr>
          <p:cNvPr id="2097163" name="Picture 3" descr="C:\Users\Yujiajia\AppData\Roaming\Tencent\Users\285179237\QQ\WinTemp\RichOle\DJ5]DQG(ZHLY]ZZQ8IG4@9P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6953" y="3068960"/>
            <a:ext cx="8335124" cy="126491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6" name="Picture 2" descr="C:\Users\Yujiajia\AppData\Roaming\Tencent\Users\285179237\QQ\WinTemp\RichOle\GJ7XXK5Y0XN83J)M3B}6U@E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55576" y="26355"/>
            <a:ext cx="7416824" cy="664539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13" name="Picture 1" descr="C:\Users\Yujiajia\AppData\Roaming\Tencent\Users\285179237\QQ\WinTemp\RichOle\V1XZE_[6XN9%JLV9~FI}6SO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-324544" y="908720"/>
            <a:ext cx="9617180" cy="1650285"/>
          </a:xfrm>
          <a:prstGeom prst="rect">
            <a:avLst/>
          </a:prstGeom>
          <a:noFill/>
        </p:spPr>
      </p:pic>
      <p:pic>
        <p:nvPicPr>
          <p:cNvPr id="2097214" name="Picture 3" descr="C:\Users\Yujiajia\AppData\Roaming\Tencent\Users\285179237\QQ\WinTemp\RichOle\W(YH3QM_)2`U{VWMBV_4OZJ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917" y="3717032"/>
            <a:ext cx="9160596" cy="1600006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048677" name="墨迹 1048676"/>
              <p14:cNvContentPartPr/>
              <p14:nvPr/>
            </p14:nvContentPartPr>
            <p14:xfrm>
              <a:off x="353900" y="3581618"/>
              <a:ext cx="3068827" cy="691708"/>
            </p14:xfrm>
          </p:contentPart>
        </mc:Choice>
        <mc:Fallback xmlns="">
          <p:pic>
            <p:nvPicPr>
              <p:cNvPr id="1048677" name="墨迹 1048676"/>
            </p:nvPicPr>
            <p:blipFill>
              <a:blip r:embed="rId4"/>
            </p:blipFill>
            <p:spPr>
              <a:xfrm>
                <a:off x="353900" y="3581618"/>
                <a:ext cx="3068827" cy="691708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15" name="Picture 1" descr="C:\Users\Yujiajia\AppData\Roaming\Tencent\Users\285179237\QQ\WinTemp\RichOle\%G`763[N)Q{U9QOWTOKBCIJ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-324544" y="1124744"/>
            <a:ext cx="9415274" cy="4723631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1048678" name="墨迹 1048677"/>
              <p14:cNvContentPartPr/>
              <p14:nvPr/>
            </p14:nvContentPartPr>
            <p14:xfrm>
              <a:off x="3001902" y="2267127"/>
              <a:ext cx="3792352" cy="391393"/>
            </p14:xfrm>
          </p:contentPart>
        </mc:Choice>
        <mc:Fallback xmlns="">
          <p:pic>
            <p:nvPicPr>
              <p:cNvPr id="1048678" name="墨迹 1048677"/>
            </p:nvPicPr>
            <p:blipFill>
              <a:blip r:embed="rId3"/>
            </p:blipFill>
            <p:spPr>
              <a:xfrm>
                <a:off x="3001902" y="2267127"/>
                <a:ext cx="3792352" cy="391393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1048679" name="墨迹 1048678"/>
              <p14:cNvContentPartPr/>
              <p14:nvPr/>
            </p14:nvContentPartPr>
            <p14:xfrm>
              <a:off x="3117567" y="2316359"/>
              <a:ext cx="3324768" cy="420932"/>
            </p14:xfrm>
          </p:contentPart>
        </mc:Choice>
        <mc:Fallback xmlns="">
          <p:pic>
            <p:nvPicPr>
              <p:cNvPr id="1048679" name="墨迹 1048678"/>
            </p:nvPicPr>
            <p:blipFill>
              <a:blip r:embed="rId5"/>
            </p:blipFill>
            <p:spPr>
              <a:xfrm>
                <a:off x="3117567" y="2316359"/>
                <a:ext cx="3324768" cy="420932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ea2dab39-5ca2-4c9b-957a-40eed6e3f171"/>
  <p:tag name="COMMONDATA" val="eyJoZGlkIjoiODkwNGVjMWQxZTViNmZkMmNmMzg4NTlkNjI5M2FlOGE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</Words>
  <Application>WPS 演示</Application>
  <PresentationFormat/>
  <Paragraphs>30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6" baseType="lpstr">
      <vt:lpstr>Arial</vt:lpstr>
      <vt:lpstr>宋体</vt:lpstr>
      <vt:lpstr>Wingdings</vt:lpstr>
      <vt:lpstr>黑体</vt:lpstr>
      <vt:lpstr>Times New Roman</vt:lpstr>
      <vt:lpstr>微软雅黑</vt:lpstr>
      <vt:lpstr>Arial Unicode MS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Yujiajia</dc:creator>
  <cp:lastModifiedBy>无伤·唯殇</cp:lastModifiedBy>
  <cp:revision>2</cp:revision>
  <dcterms:created xsi:type="dcterms:W3CDTF">2023-12-06T02:30:36Z</dcterms:created>
  <dcterms:modified xsi:type="dcterms:W3CDTF">2023-12-06T02:30:51Z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85005445196b45dcbce40e1970ae1d2d</vt:lpwstr>
  </property>
  <property fmtid="{D5CDD505-2E9C-101B-9397-08002B2CF9AE}" pid="3" name="KSOProductBuildVer">
    <vt:lpwstr>2052-11.1.0.14309</vt:lpwstr>
  </property>
</Properties>
</file>